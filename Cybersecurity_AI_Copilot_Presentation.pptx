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6ccad0707848d3" /><Relationship Type="http://schemas.openxmlformats.org/officeDocument/2006/relationships/extended-properties" Target="/docProps/app.xml" Id="R9cfcc3b48d9a434f" /><Relationship Type="http://schemas.openxmlformats.org/officeDocument/2006/relationships/officeDocument" Target="/ppt/presentation.xml" Id="Rd7ce2fbfa6a24f5c" /></Relationships>
</file>

<file path=ppt/presentation.xml><?xml version="1.0" encoding="utf-8"?>
<p:presentation xmlns:p="http://schemas.openxmlformats.org/presentationml/2006/main">
  <p:sldMasterIdLst>
    <p:sldMasterId xmlns:r="http://schemas.openxmlformats.org/officeDocument/2006/relationships" id="2147483648" r:id="R797cce477e454dc6"/>
  </p:sldMasterIdLst>
  <p:notesMasterIdLst>
    <p:notesMasterId xmlns:r="http://schemas.openxmlformats.org/officeDocument/2006/relationships" r:id="R671d76339d2e4dfb"/>
  </p:notesMasterIdLst>
  <p:sldIdLst>
    <p:sldId xmlns:r="http://schemas.openxmlformats.org/officeDocument/2006/relationships" id="256" r:id="Rafbdf306a2344e44"/>
    <p:sldId xmlns:r="http://schemas.openxmlformats.org/officeDocument/2006/relationships" id="257" r:id="R87e931526ea24f80"/>
    <p:sldId xmlns:r="http://schemas.openxmlformats.org/officeDocument/2006/relationships" id="258" r:id="R71c934ba876e47ca"/>
    <p:sldId xmlns:r="http://schemas.openxmlformats.org/officeDocument/2006/relationships" id="259" r:id="Rc7a2b97826ff4464"/>
    <p:sldId xmlns:r="http://schemas.openxmlformats.org/officeDocument/2006/relationships" id="260" r:id="R87d9ff0491b642ce"/>
    <p:sldId xmlns:r="http://schemas.openxmlformats.org/officeDocument/2006/relationships" id="261" r:id="R3fa0b7c57316423f"/>
    <p:sldId xmlns:r="http://schemas.openxmlformats.org/officeDocument/2006/relationships" id="262" r:id="R03d1e4b5a03e46d0"/>
    <p:sldId xmlns:r="http://schemas.openxmlformats.org/officeDocument/2006/relationships" id="263" r:id="R4a6b69716d2b42d1"/>
    <p:sldId xmlns:r="http://schemas.openxmlformats.org/officeDocument/2006/relationships" id="264" r:id="R6c59932415ef4b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058bee40574bc9" /><Relationship Type="http://schemas.openxmlformats.org/officeDocument/2006/relationships/slideMaster" Target="/ppt/slideMasters/slideMaster1.xml" Id="R797cce477e454dc6" /><Relationship Type="http://schemas.openxmlformats.org/officeDocument/2006/relationships/notesMaster" Target="/ppt/notesMasters/notesMaster1.xml" Id="R671d76339d2e4dfb" /><Relationship Type="http://schemas.openxmlformats.org/officeDocument/2006/relationships/presProps" Target="/ppt/presProps.xml" Id="R7dbed8e4b7e84138" /><Relationship Type="http://schemas.openxmlformats.org/officeDocument/2006/relationships/tableStyles" Target="/ppt/tableStyles.xml" Id="Rd9c0ac583252445a" /><Relationship Type="http://schemas.openxmlformats.org/officeDocument/2006/relationships/slide" Target="/ppt/slides/slide1.xml" Id="Rafbdf306a2344e44" /><Relationship Type="http://schemas.openxmlformats.org/officeDocument/2006/relationships/slide" Target="/ppt/slides/slide2.xml" Id="R87e931526ea24f80" /><Relationship Type="http://schemas.openxmlformats.org/officeDocument/2006/relationships/slide" Target="/ppt/slides/slide3.xml" Id="R71c934ba876e47ca" /><Relationship Type="http://schemas.openxmlformats.org/officeDocument/2006/relationships/slide" Target="/ppt/slides/slide4.xml" Id="Rc7a2b97826ff4464" /><Relationship Type="http://schemas.openxmlformats.org/officeDocument/2006/relationships/slide" Target="/ppt/slides/slide5.xml" Id="R87d9ff0491b642ce" /><Relationship Type="http://schemas.openxmlformats.org/officeDocument/2006/relationships/slide" Target="/ppt/slides/slide6.xml" Id="R3fa0b7c57316423f" /><Relationship Type="http://schemas.openxmlformats.org/officeDocument/2006/relationships/slide" Target="/ppt/slides/slide7.xml" Id="R03d1e4b5a03e46d0" /><Relationship Type="http://schemas.openxmlformats.org/officeDocument/2006/relationships/slide" Target="/ppt/slides/slide8.xml" Id="R4a6b69716d2b42d1" /><Relationship Type="http://schemas.openxmlformats.org/officeDocument/2006/relationships/slide" Target="/ppt/slides/slide9.xml" Id="R6c59932415ef4b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e92a70199a40e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3c3300ca464b89" /><Relationship Type="http://schemas.openxmlformats.org/officeDocument/2006/relationships/notesMaster" Target="/ppt/notesMasters/notesMaster1.xml" Id="R2dd40898596442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8f3d7da69f1490b" /><Relationship Type="http://schemas.openxmlformats.org/officeDocument/2006/relationships/notesMaster" Target="/ppt/notesMasters/notesMaster1.xml" Id="R5c3e4d70278a4c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d61fe0c4ab484a" /><Relationship Type="http://schemas.openxmlformats.org/officeDocument/2006/relationships/notesMaster" Target="/ppt/notesMasters/notesMaster1.xml" Id="R029cd6c401f346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23090bb1d44ede" /><Relationship Type="http://schemas.openxmlformats.org/officeDocument/2006/relationships/notesMaster" Target="/ppt/notesMasters/notesMaster1.xml" Id="R29cfb5ea96044e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849e2b461d4709" /><Relationship Type="http://schemas.openxmlformats.org/officeDocument/2006/relationships/notesMaster" Target="/ppt/notesMasters/notesMaster1.xml" Id="Rfdf5decf6c684b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6305d6948d4e1e" /><Relationship Type="http://schemas.openxmlformats.org/officeDocument/2006/relationships/notesMaster" Target="/ppt/notesMasters/notesMaster1.xml" Id="R6cc0dc1fcf284c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c4f1cccbd84d67" /><Relationship Type="http://schemas.openxmlformats.org/officeDocument/2006/relationships/notesMaster" Target="/ppt/notesMasters/notesMaster1.xml" Id="R8c6134ebf62a40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5decd7cf964d94" /><Relationship Type="http://schemas.openxmlformats.org/officeDocument/2006/relationships/notesMaster" Target="/ppt/notesMasters/notesMaster1.xml" Id="Rc220c9a13f8a47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7fb062810a4acd" /><Relationship Type="http://schemas.openxmlformats.org/officeDocument/2006/relationships/notesMaster" Target="/ppt/notesMasters/notesMaster1.xml" Id="R2e4e50be62e649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use case: the copilot shortens outage investigation, but connects untrusted text to sensitive data and production actions. The design principle is to keep analysis separate from authorization.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Assumptions: India-based mid-sized company, about 150 applications, central logging, SaaS ticketing, and a cloud-hosted LLM. The targets in the report are pilot goals, not observed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boundary labels: source trust, enterprise-to-copilot, company-to-model provider, SaaS integration, and privileged action into production. Ticket and log content remain untrusted even when retrieved. The audit path is independent.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Analysis and remediation do not share an identity. The analysis worker has no production write path. The action broker enforces fixed policy and checks approval independently from the model. Revoking the executor identity can stop actions without disabling read-only investigation.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OWASP GenAI LLM Top 10 is the 2026 edition. These five categories map to the assignment’s requested risks. Stress that no prompt wording alone can make a model trustworthy; enforcement sits in deterministic application controls. Sources: OWASP GenAI LLM Top 10 2026, https://genai.owasp.org/resource/owasp-genai-llm-top-10-2026/ ; MITRE ATLAS, https://atlas.mitre.org/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Retention proposal in report: no duplicate raw corpus, 30 days for sanitized evidence and model exchange content, 12 months for decision and action metadata, subject to legal and contractual need. No provider training on prompts. Confirm actual law commencement and applicability.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numbers are proposed pilot targets. Track auto-resolved and approved ticket outcomes separately, and pause write actions after a material copilot-caused outage or safety threshold breach.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Exercise scope excludes live customer data and destructive production actions. The system owner authorizes in writing with application, privacy and provider contacts. Every finding receives an owner and deadline, then retest and pipeline regression case. Technique mappings: MITRE ATLAS, https://atlas.mitre.org/ ; MITRE ATT&amp;CK, https://attack.mitre.org/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rollout gates: shadow first, require human approval, then automate only where measured evidence supports it. Security versus speed is managed per action class, not by making one global confidence threshold do all the work. Sources: NIST AI RMF 1.0, https://doi.org/10.6028/NIST.AI.100-1 ; NIST Generative AI Profile, https://doi.org/10.6028/NIST.AI.600-1 ; NIST CSF 2.0, https://doi.org/10.6028/NIST.CSWP.29 ; NIST SSDF SP 800-218, https://doi.org/10.6028/NIST.SP.800-218 ; OWASP GenAI LLM Top 10 2026, https://genai.owasp.org/resource/owasp-genai-llm-top-10-2026/ ; NIST SP 800-61 Rev. 3, https://doi.org/10.6028/NIST.SP.800-61r3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a6037ca074448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939fbfaf924402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382c6b9400543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3414ca8a5c943d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4335ebc21344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b25f175747e46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BE6825-8116-4041-BC37-90A7E4320B7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93BA787-4132-40BE-9CBD-09DEB501281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5B02721-A8D1-4900-90AF-28CE1EE6A08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999032-45B0-4B0E-9E81-1FDEF47239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6ACFBB-9AF4-45FF-9E02-3A98C456C6C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B803A73-BC89-4CEF-B7A6-E33B91109C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78465C-F668-4456-92B0-2668A9B054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BDD97E6-52CF-4A30-A742-48B94059FAA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57B1E5-6FC8-4649-858C-EC6E15A3DD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C7A60D8-27EB-4685-BCFD-F5CB2CAD313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78ca8350c64715" /><Relationship Type="http://schemas.openxmlformats.org/officeDocument/2006/relationships/slideLayout" Target="/ppt/slideLayouts/slideLayout1.xml" Id="R8d90905768bf4557" /><Relationship Type="http://schemas.openxmlformats.org/officeDocument/2006/relationships/slideLayout" Target="/ppt/slideLayouts/slideLayout2.xml" Id="R2492690f9d5b493e" /><Relationship Type="http://schemas.openxmlformats.org/officeDocument/2006/relationships/slideLayout" Target="/ppt/slideLayouts/slideLayout3.xml" Id="Reb7654282796428c" /><Relationship Type="http://schemas.openxmlformats.org/officeDocument/2006/relationships/slideLayout" Target="/ppt/slideLayouts/slideLayout4.xml" Id="Ra29127b75e8f4b32" /><Relationship Type="http://schemas.openxmlformats.org/officeDocument/2006/relationships/slideLayout" Target="/ppt/slideLayouts/slideLayout5.xml" Id="Rac71ec33b8094aa9" /><Relationship Type="http://schemas.openxmlformats.org/officeDocument/2006/relationships/slideLayout" Target="/ppt/slideLayouts/slideLayout6.xml" Id="Rfdf8ab537bdd462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d90905768bf4557"/>
    <p:sldLayoutId xmlns:r="http://schemas.openxmlformats.org/officeDocument/2006/relationships" id="2147483650" r:id="R2492690f9d5b493e"/>
    <p:sldLayoutId xmlns:r="http://schemas.openxmlformats.org/officeDocument/2006/relationships" id="2147483651" r:id="Reb7654282796428c"/>
    <p:sldLayoutId xmlns:r="http://schemas.openxmlformats.org/officeDocument/2006/relationships" id="2147483652" r:id="Ra29127b75e8f4b32"/>
    <p:sldLayoutId xmlns:r="http://schemas.openxmlformats.org/officeDocument/2006/relationships" id="2147483653" r:id="Rac71ec33b8094aa9"/>
    <p:sldLayoutId xmlns:r="http://schemas.openxmlformats.org/officeDocument/2006/relationships" id="2147483654" r:id="Rfdf8ab537bdd462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c6284072ec84ce1" /><Relationship Type="http://schemas.openxmlformats.org/officeDocument/2006/relationships/notesSlide" Target="/ppt/notesSlides/notesSlide1.xml" Id="Rf4f5dd8aa2b644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ccf9c096ca64447" /><Relationship Type="http://schemas.openxmlformats.org/officeDocument/2006/relationships/notesSlide" Target="/ppt/notesSlides/notesSlide2.xml" Id="Ref86c7cbb77744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db2109b4d6b4cba" /><Relationship Type="http://schemas.openxmlformats.org/officeDocument/2006/relationships/notesSlide" Target="/ppt/notesSlides/notesSlide3.xml" Id="Rcc0f948d48f444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15caa1dbb8046fb" /><Relationship Type="http://schemas.openxmlformats.org/officeDocument/2006/relationships/notesSlide" Target="/ppt/notesSlides/notesSlide4.xml" Id="Rcf9b950e6c4b47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e95c6bb20864609" /><Relationship Type="http://schemas.openxmlformats.org/officeDocument/2006/relationships/notesSlide" Target="/ppt/notesSlides/notesSlide5.xml" Id="R2584e05995c84b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de8d73d16d847f1" /><Relationship Type="http://schemas.openxmlformats.org/officeDocument/2006/relationships/notesSlide" Target="/ppt/notesSlides/notesSlide6.xml" Id="Rc85c5abc85af4d0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79b6a8cb0514e69" /><Relationship Type="http://schemas.openxmlformats.org/officeDocument/2006/relationships/notesSlide" Target="/ppt/notesSlides/notesSlide7.xml" Id="Rb3a3d0daf0614b5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5d5aa3d08a447e6" /><Relationship Type="http://schemas.openxmlformats.org/officeDocument/2006/relationships/notesSlide" Target="/ppt/notesSlides/notesSlide8.xml" Id="Rc8d8fdc9b1db4a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be4d4264bb84fe7" /><Relationship Type="http://schemas.openxmlformats.org/officeDocument/2006/relationships/notesSlide" Target="/ppt/notesSlides/notesSlide9.xml" Id="R431b60b5198a4fa9"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7D73DE0-0221-447E-A096-98647F51944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AA19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3A533E0-F726-48F3-83FF-9EB9AC4AAEBE}"/>
              </a:ext>
            </a:extLst>
          </p:cNvPr>
          <p:cNvSpPr>
            <a:spLocks xmlns:a="http://schemas.openxmlformats.org/drawingml/2006/main" noGrp="1"/>
          </p:cNvSpPr>
          <p:nvPr/>
        </p:nvSpPr>
        <p:spPr>
          <a:xfrm xmlns:a="http://schemas.openxmlformats.org/drawingml/2006/main">
            <a:off x="781050" y="742950"/>
            <a:ext cx="685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1">
                <a:solidFill>
                  <a:srgbClr val="8FE3D4"/>
                </a:solidFill>
              </a:defRPr>
            </a:defPPr>
            <a:lvl1pPr algn="l">
              <a:defRPr sz="1350" b="1">
                <a:solidFill>
                  <a:srgbClr val="8FE3D4"/>
                </a:solidFill>
              </a:defRPr>
            </a:lvl1pPr>
            <a:lvl2pPr algn="l">
              <a:defRPr sz="1350" b="1">
                <a:solidFill>
                  <a:srgbClr val="8FE3D4"/>
                </a:solidFill>
              </a:defRPr>
            </a:lvl2pPr>
            <a:lvl3pPr algn="l">
              <a:defRPr sz="1350" b="1">
                <a:solidFill>
                  <a:srgbClr val="8FE3D4"/>
                </a:solidFill>
              </a:defRPr>
            </a:lvl3pPr>
            <a:lvl4pPr algn="l">
              <a:defRPr sz="1350" b="1">
                <a:solidFill>
                  <a:srgbClr val="8FE3D4"/>
                </a:solidFill>
              </a:defRPr>
            </a:lvl4pPr>
            <a:lvl5pPr algn="l">
              <a:defRPr sz="1350" b="1">
                <a:solidFill>
                  <a:srgbClr val="8FE3D4"/>
                </a:solidFill>
              </a:defRPr>
            </a:lvl5pPr>
            <a:lvl6pPr algn="l">
              <a:defRPr sz="1350" b="1">
                <a:solidFill>
                  <a:srgbClr val="8FE3D4"/>
                </a:solidFill>
              </a:defRPr>
            </a:lvl6pPr>
            <a:lvl7pPr algn="l">
              <a:defRPr sz="1350" b="1">
                <a:solidFill>
                  <a:srgbClr val="8FE3D4"/>
                </a:solidFill>
              </a:defRPr>
            </a:lvl7pPr>
            <a:lvl8pPr algn="l">
              <a:defRPr sz="1350" b="1">
                <a:solidFill>
                  <a:srgbClr val="8FE3D4"/>
                </a:solidFill>
              </a:defRPr>
            </a:lvl8pPr>
            <a:lvl9pPr algn="l">
              <a:defRPr sz="1350" b="1">
                <a:solidFill>
                  <a:srgbClr val="8FE3D4"/>
                </a:solidFill>
              </a:defRPr>
            </a:lvl9pPr>
          </a:lstStyle>
          <a:p xmlns:a="http://schemas.openxmlformats.org/drawingml/2006/main">
            <a:pPr algn="l">
              <a:defRPr sz="1350" b="1">
                <a:solidFill>
                  <a:srgbClr val="8FE3D4"/>
                </a:solidFill>
              </a:defRPr>
            </a:pPr>
            <a:r>
              <a:rPr sz="1350" b="1">
                <a:solidFill>
                  <a:srgbClr val="8FE3D4"/>
                </a:solidFill>
              </a:rPr>
              <a:t>CYBERSECURITY ASSIGNMENT</a:t>
            </a:r>
          </a:p>
        </p:txBody>
      </p:sp>
      <p:sp>
        <p:nvSpPr>
          <p:cNvPr id="3" name="">
            <a:extLst xmlns:a="http://schemas.openxmlformats.org/drawingml/2006/main">
              <a:ext uri="{FF2B5EF4-FFF2-40B4-BE49-F238E27FC236}">
                <a16:creationId xmlns:a16="http://schemas.microsoft.com/office/drawing/2014/main" id="{6761EBB2-C166-4269-92DF-3379582CA5CA}"/>
              </a:ext>
            </a:extLst>
          </p:cNvPr>
          <p:cNvSpPr>
            <a:spLocks xmlns:a="http://schemas.openxmlformats.org/drawingml/2006/main" noGrp="1"/>
          </p:cNvSpPr>
          <p:nvPr/>
        </p:nvSpPr>
        <p:spPr>
          <a:xfrm xmlns:a="http://schemas.openxmlformats.org/drawingml/2006/main">
            <a:off x="781050" y="1495425"/>
            <a:ext cx="72390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3900" b="1">
                <a:solidFill>
                  <a:srgbClr val="FFFFFF"/>
                </a:solidFill>
              </a:defRPr>
            </a:defPPr>
            <a:lvl1pPr algn="l">
              <a:defRPr sz="3900" b="1">
                <a:solidFill>
                  <a:srgbClr val="FFFFFF"/>
                </a:solidFill>
              </a:defRPr>
            </a:lvl1pPr>
            <a:lvl2pPr algn="l">
              <a:defRPr sz="3900" b="1">
                <a:solidFill>
                  <a:srgbClr val="FFFFFF"/>
                </a:solidFill>
              </a:defRPr>
            </a:lvl2pPr>
            <a:lvl3pPr algn="l">
              <a:defRPr sz="3900" b="1">
                <a:solidFill>
                  <a:srgbClr val="FFFFFF"/>
                </a:solidFill>
              </a:defRPr>
            </a:lvl3pPr>
            <a:lvl4pPr algn="l">
              <a:defRPr sz="3900" b="1">
                <a:solidFill>
                  <a:srgbClr val="FFFFFF"/>
                </a:solidFill>
              </a:defRPr>
            </a:lvl4pPr>
            <a:lvl5pPr algn="l">
              <a:defRPr sz="3900" b="1">
                <a:solidFill>
                  <a:srgbClr val="FFFFFF"/>
                </a:solidFill>
              </a:defRPr>
            </a:lvl5pPr>
            <a:lvl6pPr algn="l">
              <a:defRPr sz="3900" b="1">
                <a:solidFill>
                  <a:srgbClr val="FFFFFF"/>
                </a:solidFill>
              </a:defRPr>
            </a:lvl6pPr>
            <a:lvl7pPr algn="l">
              <a:defRPr sz="3900" b="1">
                <a:solidFill>
                  <a:srgbClr val="FFFFFF"/>
                </a:solidFill>
              </a:defRPr>
            </a:lvl7pPr>
            <a:lvl8pPr algn="l">
              <a:defRPr sz="3900" b="1">
                <a:solidFill>
                  <a:srgbClr val="FFFFFF"/>
                </a:solidFill>
              </a:defRPr>
            </a:lvl8pPr>
            <a:lvl9pPr algn="l">
              <a:defRPr sz="3900" b="1">
                <a:solidFill>
                  <a:srgbClr val="FFFFFF"/>
                </a:solidFill>
              </a:defRPr>
            </a:lvl9pPr>
          </a:lstStyle>
          <a:p xmlns:a="http://schemas.openxmlformats.org/drawingml/2006/main">
            <a:pPr algn="l">
              <a:defRPr sz="3900" b="1">
                <a:solidFill>
                  <a:srgbClr val="FFFFFF"/>
                </a:solidFill>
              </a:defRPr>
            </a:pPr>
            <a:r>
              <a:rPr sz="3900" b="1">
                <a:solidFill>
                  <a:srgbClr val="FFFFFF"/>
                </a:solidFill>
              </a:rPr>
              <a:t>Securing the AI</a:t>
            </a:r>
          </a:p>
          <a:p xmlns:a="http://schemas.openxmlformats.org/drawingml/2006/main">
            <a:pPr algn="l">
              <a:defRPr sz="3900" b="1">
                <a:solidFill>
                  <a:srgbClr val="FFFFFF"/>
                </a:solidFill>
              </a:defRPr>
            </a:pPr>
            <a:r>
              <a:rPr sz="3900" b="1">
                <a:solidFill>
                  <a:srgbClr val="FFFFFF"/>
                </a:solidFill>
              </a:rPr>
              <a:t>operations copilot</a:t>
            </a:r>
          </a:p>
        </p:txBody>
      </p:sp>
      <p:sp>
        <p:nvSpPr>
          <p:cNvPr id="4" name="">
            <a:extLst xmlns:a="http://schemas.openxmlformats.org/drawingml/2006/main">
              <a:ext uri="{FF2B5EF4-FFF2-40B4-BE49-F238E27FC236}">
                <a16:creationId xmlns:a16="http://schemas.microsoft.com/office/drawing/2014/main" id="{9630714B-8EBE-41DE-80D4-A79D5CFA4A88}"/>
              </a:ext>
            </a:extLst>
          </p:cNvPr>
          <p:cNvSpPr>
            <a:spLocks xmlns:a="http://schemas.openxmlformats.org/drawingml/2006/main" noGrp="1"/>
          </p:cNvSpPr>
          <p:nvPr/>
        </p:nvSpPr>
        <p:spPr>
          <a:xfrm xmlns:a="http://schemas.openxmlformats.org/drawingml/2006/main">
            <a:off x="800100" y="3429000"/>
            <a:ext cx="7143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2100" b="0">
                <a:solidFill>
                  <a:srgbClr val="D7E4EC"/>
                </a:solidFill>
              </a:defRPr>
            </a:defPPr>
            <a:lvl1pPr algn="l">
              <a:defRPr sz="2100" b="0">
                <a:solidFill>
                  <a:srgbClr val="D7E4EC"/>
                </a:solidFill>
              </a:defRPr>
            </a:lvl1pPr>
            <a:lvl2pPr algn="l">
              <a:defRPr sz="2100" b="0">
                <a:solidFill>
                  <a:srgbClr val="D7E4EC"/>
                </a:solidFill>
              </a:defRPr>
            </a:lvl2pPr>
            <a:lvl3pPr algn="l">
              <a:defRPr sz="2100" b="0">
                <a:solidFill>
                  <a:srgbClr val="D7E4EC"/>
                </a:solidFill>
              </a:defRPr>
            </a:lvl3pPr>
            <a:lvl4pPr algn="l">
              <a:defRPr sz="2100" b="0">
                <a:solidFill>
                  <a:srgbClr val="D7E4EC"/>
                </a:solidFill>
              </a:defRPr>
            </a:lvl4pPr>
            <a:lvl5pPr algn="l">
              <a:defRPr sz="2100" b="0">
                <a:solidFill>
                  <a:srgbClr val="D7E4EC"/>
                </a:solidFill>
              </a:defRPr>
            </a:lvl5pPr>
            <a:lvl6pPr algn="l">
              <a:defRPr sz="2100" b="0">
                <a:solidFill>
                  <a:srgbClr val="D7E4EC"/>
                </a:solidFill>
              </a:defRPr>
            </a:lvl6pPr>
            <a:lvl7pPr algn="l">
              <a:defRPr sz="2100" b="0">
                <a:solidFill>
                  <a:srgbClr val="D7E4EC"/>
                </a:solidFill>
              </a:defRPr>
            </a:lvl7pPr>
            <a:lvl8pPr algn="l">
              <a:defRPr sz="2100" b="0">
                <a:solidFill>
                  <a:srgbClr val="D7E4EC"/>
                </a:solidFill>
              </a:defRPr>
            </a:lvl8pPr>
            <a:lvl9pPr algn="l">
              <a:defRPr sz="2100" b="0">
                <a:solidFill>
                  <a:srgbClr val="D7E4EC"/>
                </a:solidFill>
              </a:defRPr>
            </a:lvl9pPr>
          </a:lstStyle>
          <a:p xmlns:a="http://schemas.openxmlformats.org/drawingml/2006/main">
            <a:pPr algn="l">
              <a:defRPr sz="2100" b="0">
                <a:solidFill>
                  <a:srgbClr val="D7E4EC"/>
                </a:solidFill>
              </a:defRPr>
            </a:pPr>
            <a:r>
              <a:rPr sz="2100" b="0">
                <a:solidFill>
                  <a:srgbClr val="D7E4EC"/>
                </a:solidFill>
              </a:rPr>
              <a:t>Root cause analysis, ticket resolution and safe automation</a:t>
            </a:r>
          </a:p>
        </p:txBody>
      </p:sp>
      <p:sp>
        <p:nvSpPr>
          <p:cNvPr id="5" name="">
            <a:extLst xmlns:a="http://schemas.openxmlformats.org/drawingml/2006/main">
              <a:ext uri="{FF2B5EF4-FFF2-40B4-BE49-F238E27FC236}">
                <a16:creationId xmlns:a16="http://schemas.microsoft.com/office/drawing/2014/main" id="{D10F5182-3936-4E76-84F0-C52DF938A06D}"/>
              </a:ext>
            </a:extLst>
          </p:cNvPr>
          <p:cNvSpPr>
            <a:spLocks xmlns:a="http://schemas.openxmlformats.org/drawingml/2006/main" noGrp="1"/>
          </p:cNvSpPr>
          <p:nvPr/>
        </p:nvSpPr>
        <p:spPr>
          <a:xfrm xmlns:a="http://schemas.openxmlformats.org/drawingml/2006/main">
            <a:off x="800100" y="4572000"/>
            <a:ext cx="5905500" cy="19050"/>
          </a:xfrm>
          <a:prstGeom xmlns:a="http://schemas.openxmlformats.org/drawingml/2006/main" prst="rect">
            <a:avLst/>
          </a:prstGeom>
          <a:solidFill xmlns:a="http://schemas.openxmlformats.org/drawingml/2006/main">
            <a:srgbClr val="52718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35984AF-A86C-4BE6-847A-E0504939C524}"/>
              </a:ext>
            </a:extLst>
          </p:cNvPr>
          <p:cNvSpPr>
            <a:spLocks xmlns:a="http://schemas.openxmlformats.org/drawingml/2006/main" noGrp="1"/>
          </p:cNvSpPr>
          <p:nvPr/>
        </p:nvSpPr>
        <p:spPr>
          <a:xfrm xmlns:a="http://schemas.openxmlformats.org/drawingml/2006/main">
            <a:off x="800100" y="4810125"/>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00" b="0">
                <a:solidFill>
                  <a:srgbClr val="D7E4EC"/>
                </a:solidFill>
              </a:defRPr>
            </a:defPPr>
            <a:lvl1pPr algn="l">
              <a:defRPr sz="1500" b="0">
                <a:solidFill>
                  <a:srgbClr val="D7E4EC"/>
                </a:solidFill>
              </a:defRPr>
            </a:lvl1pPr>
            <a:lvl2pPr algn="l">
              <a:defRPr sz="1500" b="0">
                <a:solidFill>
                  <a:srgbClr val="D7E4EC"/>
                </a:solidFill>
              </a:defRPr>
            </a:lvl2pPr>
            <a:lvl3pPr algn="l">
              <a:defRPr sz="1500" b="0">
                <a:solidFill>
                  <a:srgbClr val="D7E4EC"/>
                </a:solidFill>
              </a:defRPr>
            </a:lvl3pPr>
            <a:lvl4pPr algn="l">
              <a:defRPr sz="1500" b="0">
                <a:solidFill>
                  <a:srgbClr val="D7E4EC"/>
                </a:solidFill>
              </a:defRPr>
            </a:lvl4pPr>
            <a:lvl5pPr algn="l">
              <a:defRPr sz="1500" b="0">
                <a:solidFill>
                  <a:srgbClr val="D7E4EC"/>
                </a:solidFill>
              </a:defRPr>
            </a:lvl5pPr>
            <a:lvl6pPr algn="l">
              <a:defRPr sz="1500" b="0">
                <a:solidFill>
                  <a:srgbClr val="D7E4EC"/>
                </a:solidFill>
              </a:defRPr>
            </a:lvl6pPr>
            <a:lvl7pPr algn="l">
              <a:defRPr sz="1500" b="0">
                <a:solidFill>
                  <a:srgbClr val="D7E4EC"/>
                </a:solidFill>
              </a:defRPr>
            </a:lvl7pPr>
            <a:lvl8pPr algn="l">
              <a:defRPr sz="1500" b="0">
                <a:solidFill>
                  <a:srgbClr val="D7E4EC"/>
                </a:solidFill>
              </a:defRPr>
            </a:lvl8pPr>
            <a:lvl9pPr algn="l">
              <a:defRPr sz="1500" b="0">
                <a:solidFill>
                  <a:srgbClr val="D7E4EC"/>
                </a:solidFill>
              </a:defRPr>
            </a:lvl9pPr>
          </a:lstStyle>
          <a:p xmlns:a="http://schemas.openxmlformats.org/drawingml/2006/main">
            <a:pPr algn="l">
              <a:defRPr sz="1500" b="0">
                <a:solidFill>
                  <a:srgbClr val="D7E4EC"/>
                </a:solidFill>
              </a:defRPr>
            </a:pPr>
            <a:r>
              <a:rPr sz="1500" b="0">
                <a:solidFill>
                  <a:srgbClr val="D7E4EC"/>
                </a:solidFill>
              </a:rPr>
              <a:t>Security design  |  27 October 2026</a:t>
            </a:r>
          </a:p>
        </p:txBody>
      </p:sp>
      <p:sp>
        <p:nvSpPr>
          <p:cNvPr id="7" name="">
            <a:extLst xmlns:a="http://schemas.openxmlformats.org/drawingml/2006/main">
              <a:ext uri="{FF2B5EF4-FFF2-40B4-BE49-F238E27FC236}">
                <a16:creationId xmlns:a16="http://schemas.microsoft.com/office/drawing/2014/main" id="{D48C0481-391B-4FD7-A3DC-D6443C284426}"/>
              </a:ext>
            </a:extLst>
          </p:cNvPr>
          <p:cNvSpPr>
            <a:spLocks xmlns:a="http://schemas.openxmlformats.org/drawingml/2006/main" noGrp="1"/>
          </p:cNvSpPr>
          <p:nvPr/>
        </p:nvSpPr>
        <p:spPr>
          <a:xfrm xmlns:a="http://schemas.openxmlformats.org/drawingml/2006/main">
            <a:off x="800100" y="52387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275" b="1">
                <a:solidFill>
                  <a:srgbClr val="8FE3D4"/>
                </a:solidFill>
              </a:defRPr>
            </a:defPPr>
            <a:lvl1pPr algn="l">
              <a:defRPr sz="1275" b="1">
                <a:solidFill>
                  <a:srgbClr val="8FE3D4"/>
                </a:solidFill>
              </a:defRPr>
            </a:lvl1pPr>
            <a:lvl2pPr algn="l">
              <a:defRPr sz="1275" b="1">
                <a:solidFill>
                  <a:srgbClr val="8FE3D4"/>
                </a:solidFill>
              </a:defRPr>
            </a:lvl2pPr>
            <a:lvl3pPr algn="l">
              <a:defRPr sz="1275" b="1">
                <a:solidFill>
                  <a:srgbClr val="8FE3D4"/>
                </a:solidFill>
              </a:defRPr>
            </a:lvl3pPr>
            <a:lvl4pPr algn="l">
              <a:defRPr sz="1275" b="1">
                <a:solidFill>
                  <a:srgbClr val="8FE3D4"/>
                </a:solidFill>
              </a:defRPr>
            </a:lvl4pPr>
            <a:lvl5pPr algn="l">
              <a:defRPr sz="1275" b="1">
                <a:solidFill>
                  <a:srgbClr val="8FE3D4"/>
                </a:solidFill>
              </a:defRPr>
            </a:lvl5pPr>
            <a:lvl6pPr algn="l">
              <a:defRPr sz="1275" b="1">
                <a:solidFill>
                  <a:srgbClr val="8FE3D4"/>
                </a:solidFill>
              </a:defRPr>
            </a:lvl6pPr>
            <a:lvl7pPr algn="l">
              <a:defRPr sz="1275" b="1">
                <a:solidFill>
                  <a:srgbClr val="8FE3D4"/>
                </a:solidFill>
              </a:defRPr>
            </a:lvl7pPr>
            <a:lvl8pPr algn="l">
              <a:defRPr sz="1275" b="1">
                <a:solidFill>
                  <a:srgbClr val="8FE3D4"/>
                </a:solidFill>
              </a:defRPr>
            </a:lvl8pPr>
            <a:lvl9pPr algn="l">
              <a:defRPr sz="1275" b="1">
                <a:solidFill>
                  <a:srgbClr val="8FE3D4"/>
                </a:solidFill>
              </a:defRPr>
            </a:lvl9pPr>
          </a:lstStyle>
          <a:p xmlns:a="http://schemas.openxmlformats.org/drawingml/2006/main">
            <a:pPr algn="l">
              <a:defRPr sz="1275" b="1">
                <a:solidFill>
                  <a:srgbClr val="8FE3D4"/>
                </a:solidFill>
              </a:defRPr>
            </a:pPr>
            <a:r>
              <a:rPr sz="1275" b="1">
                <a:solidFill>
                  <a:srgbClr val="8FE3D4"/>
                </a:solidFill>
              </a:rPr>
              <a:t>10 minute presentation</a:t>
            </a:r>
          </a:p>
        </p:txBody>
      </p:sp>
      <p:sp>
        <p:nvSpPr>
          <p:cNvPr id="8" name="">
            <a:extLst xmlns:a="http://schemas.openxmlformats.org/drawingml/2006/main">
              <a:ext uri="{FF2B5EF4-FFF2-40B4-BE49-F238E27FC236}">
                <a16:creationId xmlns:a16="http://schemas.microsoft.com/office/drawing/2014/main" id="{FBA24C02-8DAB-4246-B3FF-D66965039D2E}"/>
              </a:ext>
            </a:extLst>
          </p:cNvPr>
          <p:cNvSpPr>
            <a:spLocks xmlns:a="http://schemas.openxmlformats.org/drawingml/2006/main" noGrp="1"/>
          </p:cNvSpPr>
          <p:nvPr/>
        </p:nvSpPr>
        <p:spPr>
          <a:xfrm xmlns:a="http://schemas.openxmlformats.org/drawingml/2006/main">
            <a:off x="8667750" y="1743075"/>
            <a:ext cx="1952625" cy="704850"/>
          </a:xfrm>
          <a:prstGeom xmlns:a="http://schemas.openxmlformats.org/drawingml/2006/main" prst="roundRect">
            <a:avLst>
              <a:gd name="adj" fmla="val 10811"/>
            </a:avLst>
          </a:prstGeom>
          <a:solidFill xmlns:a="http://schemas.openxmlformats.org/drawingml/2006/main">
            <a:srgbClr val="EAF2F6"/>
          </a:solidFill>
          <a:ln xmlns:a="http://schemas.openxmlformats.org/drawingml/2006/main" w="11430">
            <a:solidFill>
              <a:srgbClr val="B9C9D5"/>
            </a:solidFill>
            <a:prstDash val="solid"/>
          </a:ln>
        </p:spPr>
      </p:sp>
      <p:sp>
        <p:nvSpPr>
          <p:cNvPr id="9" name="">
            <a:extLst xmlns:a="http://schemas.openxmlformats.org/drawingml/2006/main">
              <a:ext uri="{FF2B5EF4-FFF2-40B4-BE49-F238E27FC236}">
                <a16:creationId xmlns:a16="http://schemas.microsoft.com/office/drawing/2014/main" id="{C4BF14AD-6DA4-47C0-8E9B-E2BE2173D3D9}"/>
              </a:ext>
            </a:extLst>
          </p:cNvPr>
          <p:cNvSpPr>
            <a:spLocks xmlns:a="http://schemas.openxmlformats.org/drawingml/2006/main" noGrp="1"/>
          </p:cNvSpPr>
          <p:nvPr/>
        </p:nvSpPr>
        <p:spPr>
          <a:xfrm xmlns:a="http://schemas.openxmlformats.org/drawingml/2006/main">
            <a:off x="8763000" y="1819275"/>
            <a:ext cx="1762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LOGS</a:t>
            </a:r>
          </a:p>
        </p:txBody>
      </p:sp>
      <p:sp>
        <p:nvSpPr>
          <p:cNvPr id="10" name="">
            <a:extLst xmlns:a="http://schemas.openxmlformats.org/drawingml/2006/main">
              <a:ext uri="{FF2B5EF4-FFF2-40B4-BE49-F238E27FC236}">
                <a16:creationId xmlns:a16="http://schemas.microsoft.com/office/drawing/2014/main" id="{378B3D21-C11F-4E9A-A4FB-11E8B5A8A7D4}"/>
              </a:ext>
            </a:extLst>
          </p:cNvPr>
          <p:cNvSpPr>
            <a:spLocks xmlns:a="http://schemas.openxmlformats.org/drawingml/2006/main" noGrp="1"/>
          </p:cNvSpPr>
          <p:nvPr/>
        </p:nvSpPr>
        <p:spPr>
          <a:xfrm xmlns:a="http://schemas.openxmlformats.org/drawingml/2006/main">
            <a:off x="8667750" y="2971800"/>
            <a:ext cx="1952625" cy="704850"/>
          </a:xfrm>
          <a:prstGeom xmlns:a="http://schemas.openxmlformats.org/drawingml/2006/main" prst="roundRect">
            <a:avLst>
              <a:gd name="adj" fmla="val 10811"/>
            </a:avLst>
          </a:prstGeom>
          <a:solidFill xmlns:a="http://schemas.openxmlformats.org/drawingml/2006/main">
            <a:srgbClr val="EAF2F6"/>
          </a:solidFill>
          <a:ln xmlns:a="http://schemas.openxmlformats.org/drawingml/2006/main" w="11430">
            <a:solidFill>
              <a:srgbClr val="B9C9D5"/>
            </a:solidFill>
            <a:prstDash val="solid"/>
          </a:ln>
        </p:spPr>
      </p:sp>
      <p:sp>
        <p:nvSpPr>
          <p:cNvPr id="11" name="">
            <a:extLst xmlns:a="http://schemas.openxmlformats.org/drawingml/2006/main">
              <a:ext uri="{FF2B5EF4-FFF2-40B4-BE49-F238E27FC236}">
                <a16:creationId xmlns:a16="http://schemas.microsoft.com/office/drawing/2014/main" id="{672636D1-10AE-4F39-9EFA-59BEB40F24CB}"/>
              </a:ext>
            </a:extLst>
          </p:cNvPr>
          <p:cNvSpPr>
            <a:spLocks xmlns:a="http://schemas.openxmlformats.org/drawingml/2006/main" noGrp="1"/>
          </p:cNvSpPr>
          <p:nvPr/>
        </p:nvSpPr>
        <p:spPr>
          <a:xfrm xmlns:a="http://schemas.openxmlformats.org/drawingml/2006/main">
            <a:off x="8763000" y="3048000"/>
            <a:ext cx="1762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ANALYZE</a:t>
            </a:r>
          </a:p>
        </p:txBody>
      </p:sp>
      <p:sp>
        <p:nvSpPr>
          <p:cNvPr id="12" name="">
            <a:extLst xmlns:a="http://schemas.openxmlformats.org/drawingml/2006/main">
              <a:ext uri="{FF2B5EF4-FFF2-40B4-BE49-F238E27FC236}">
                <a16:creationId xmlns:a16="http://schemas.microsoft.com/office/drawing/2014/main" id="{60A3840D-B851-415B-9E20-928AC84CAF94}"/>
              </a:ext>
            </a:extLst>
          </p:cNvPr>
          <p:cNvSpPr>
            <a:spLocks xmlns:a="http://schemas.openxmlformats.org/drawingml/2006/main" noGrp="1"/>
          </p:cNvSpPr>
          <p:nvPr/>
        </p:nvSpPr>
        <p:spPr>
          <a:xfrm xmlns:a="http://schemas.openxmlformats.org/drawingml/2006/main">
            <a:off x="8667750" y="4200525"/>
            <a:ext cx="1952625" cy="704850"/>
          </a:xfrm>
          <a:prstGeom xmlns:a="http://schemas.openxmlformats.org/drawingml/2006/main" prst="roundRect">
            <a:avLst>
              <a:gd name="adj" fmla="val 10811"/>
            </a:avLst>
          </a:prstGeom>
          <a:solidFill xmlns:a="http://schemas.openxmlformats.org/drawingml/2006/main">
            <a:srgbClr val="EAF2F6"/>
          </a:solidFill>
          <a:ln xmlns:a="http://schemas.openxmlformats.org/drawingml/2006/main" w="11430">
            <a:solidFill>
              <a:srgbClr val="B9C9D5"/>
            </a:solidFill>
            <a:prstDash val="solid"/>
          </a:ln>
        </p:spPr>
      </p:sp>
      <p:sp>
        <p:nvSpPr>
          <p:cNvPr id="13" name="">
            <a:extLst xmlns:a="http://schemas.openxmlformats.org/drawingml/2006/main">
              <a:ext uri="{FF2B5EF4-FFF2-40B4-BE49-F238E27FC236}">
                <a16:creationId xmlns:a16="http://schemas.microsoft.com/office/drawing/2014/main" id="{C1AC14F8-4784-44AD-9E9F-D5AD275EE2EC}"/>
              </a:ext>
            </a:extLst>
          </p:cNvPr>
          <p:cNvSpPr>
            <a:spLocks xmlns:a="http://schemas.openxmlformats.org/drawingml/2006/main" noGrp="1"/>
          </p:cNvSpPr>
          <p:nvPr/>
        </p:nvSpPr>
        <p:spPr>
          <a:xfrm xmlns:a="http://schemas.openxmlformats.org/drawingml/2006/main">
            <a:off x="8763000" y="4276725"/>
            <a:ext cx="1762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POLICY GATE</a:t>
            </a:r>
          </a:p>
        </p:txBody>
      </p:sp>
      <p:sp>
        <p:nvSpPr>
          <p:cNvPr id="14" name="">
            <a:extLst xmlns:a="http://schemas.openxmlformats.org/drawingml/2006/main">
              <a:ext uri="{FF2B5EF4-FFF2-40B4-BE49-F238E27FC236}">
                <a16:creationId xmlns:a16="http://schemas.microsoft.com/office/drawing/2014/main" id="{1680D6E7-DC64-4DA0-8DAC-36FC89122FF9}"/>
              </a:ext>
            </a:extLst>
          </p:cNvPr>
          <p:cNvSpPr>
            <a:spLocks xmlns:a="http://schemas.openxmlformats.org/drawingml/2006/main" noGrp="1"/>
          </p:cNvSpPr>
          <p:nvPr/>
        </p:nvSpPr>
        <p:spPr>
          <a:xfrm xmlns:a="http://schemas.openxmlformats.org/drawingml/2006/main" flipH="0" flipV="0">
            <a:off x="9639300" y="2447925"/>
            <a:ext cx="0" cy="523875"/>
          </a:xfrm>
          <a:prstGeom xmlns:a="http://schemas.openxmlformats.org/drawingml/2006/main" prst="line">
            <a:avLst/>
          </a:prstGeom>
          <a:noFill xmlns:a="http://schemas.openxmlformats.org/drawingml/2006/main"/>
          <a:ln xmlns:a="http://schemas.openxmlformats.org/drawingml/2006/main" w="28575">
            <a:solidFill>
              <a:srgbClr val="8FE3D4"/>
            </a:solidFill>
            <a:prstDash val="solid"/>
          </a:ln>
        </p:spPr>
      </p:sp>
      <p:sp>
        <p:nvSpPr>
          <p:cNvPr id="15" name="">
            <a:extLst xmlns:a="http://schemas.openxmlformats.org/drawingml/2006/main">
              <a:ext uri="{FF2B5EF4-FFF2-40B4-BE49-F238E27FC236}">
                <a16:creationId xmlns:a16="http://schemas.microsoft.com/office/drawing/2014/main" id="{905309E9-799E-47BB-A2D9-23A5DA907DCF}"/>
              </a:ext>
            </a:extLst>
          </p:cNvPr>
          <p:cNvSpPr>
            <a:spLocks xmlns:a="http://schemas.openxmlformats.org/drawingml/2006/main" noGrp="1"/>
          </p:cNvSpPr>
          <p:nvPr/>
        </p:nvSpPr>
        <p:spPr>
          <a:xfrm xmlns:a="http://schemas.openxmlformats.org/drawingml/2006/main" flipH="0" flipV="0">
            <a:off x="9639300" y="3676650"/>
            <a:ext cx="0" cy="523875"/>
          </a:xfrm>
          <a:prstGeom xmlns:a="http://schemas.openxmlformats.org/drawingml/2006/main" prst="line">
            <a:avLst/>
          </a:prstGeom>
          <a:noFill xmlns:a="http://schemas.openxmlformats.org/drawingml/2006/main"/>
          <a:ln xmlns:a="http://schemas.openxmlformats.org/drawingml/2006/main" w="28575">
            <a:solidFill>
              <a:srgbClr val="8FE3D4"/>
            </a:solidFill>
            <a:prstDash val="solid"/>
          </a:ln>
        </p:spPr>
      </p:sp>
    </p:spTree>
    <p:extLst>
      <p:ext uri="{BB962C8B-B14F-4D97-AF65-F5344CB8AC3E}">
        <p14:creationId xmlns:p14="http://schemas.microsoft.com/office/powerpoint/2010/main" val="8713210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15E45E8-E01D-419F-80F2-D83C411A42C9}"/>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AA19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5BD75B-11F8-44F3-BB8E-1F5AB7872068}"/>
              </a:ext>
            </a:extLst>
          </p:cNvPr>
          <p:cNvSpPr>
            <a:spLocks xmlns:a="http://schemas.openxmlformats.org/drawingml/2006/main" noGrp="1"/>
          </p:cNvSpPr>
          <p:nvPr/>
        </p:nvSpPr>
        <p:spPr>
          <a:xfrm xmlns:a="http://schemas.openxmlformats.org/drawingml/2006/main">
            <a:off x="628650" y="3048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050" b="1">
                <a:solidFill>
                  <a:srgbClr val="166B91"/>
                </a:solidFill>
              </a:defRPr>
            </a:defPPr>
            <a:lvl1pPr algn="l">
              <a:defRPr sz="1050" b="1">
                <a:solidFill>
                  <a:srgbClr val="166B91"/>
                </a:solidFill>
              </a:defRPr>
            </a:lvl1pPr>
            <a:lvl2pPr algn="l">
              <a:defRPr sz="1050" b="1">
                <a:solidFill>
                  <a:srgbClr val="166B91"/>
                </a:solidFill>
              </a:defRPr>
            </a:lvl2pPr>
            <a:lvl3pPr algn="l">
              <a:defRPr sz="1050" b="1">
                <a:solidFill>
                  <a:srgbClr val="166B91"/>
                </a:solidFill>
              </a:defRPr>
            </a:lvl3pPr>
            <a:lvl4pPr algn="l">
              <a:defRPr sz="1050" b="1">
                <a:solidFill>
                  <a:srgbClr val="166B91"/>
                </a:solidFill>
              </a:defRPr>
            </a:lvl4pPr>
            <a:lvl5pPr algn="l">
              <a:defRPr sz="1050" b="1">
                <a:solidFill>
                  <a:srgbClr val="166B91"/>
                </a:solidFill>
              </a:defRPr>
            </a:lvl5pPr>
            <a:lvl6pPr algn="l">
              <a:defRPr sz="1050" b="1">
                <a:solidFill>
                  <a:srgbClr val="166B91"/>
                </a:solidFill>
              </a:defRPr>
            </a:lvl6pPr>
            <a:lvl7pPr algn="l">
              <a:defRPr sz="1050" b="1">
                <a:solidFill>
                  <a:srgbClr val="166B91"/>
                </a:solidFill>
              </a:defRPr>
            </a:lvl7pPr>
            <a:lvl8pPr algn="l">
              <a:defRPr sz="1050" b="1">
                <a:solidFill>
                  <a:srgbClr val="166B91"/>
                </a:solidFill>
              </a:defRPr>
            </a:lvl8pPr>
            <a:lvl9pPr algn="l">
              <a:defRPr sz="1050" b="1">
                <a:solidFill>
                  <a:srgbClr val="166B91"/>
                </a:solidFill>
              </a:defRPr>
            </a:lvl9pPr>
          </a:lstStyle>
          <a:p xmlns:a="http://schemas.openxmlformats.org/drawingml/2006/main">
            <a:pPr algn="l">
              <a:defRPr sz="1050" b="1">
                <a:solidFill>
                  <a:srgbClr val="166B91"/>
                </a:solidFill>
              </a:defRPr>
            </a:pPr>
            <a:r>
              <a:rPr sz="1050" b="1">
                <a:solidFill>
                  <a:srgbClr val="166B91"/>
                </a:solidFill>
              </a:rPr>
              <a:t>CYBERSECURITY ASSIGNMENT</a:t>
            </a:r>
          </a:p>
        </p:txBody>
      </p:sp>
      <p:sp>
        <p:nvSpPr>
          <p:cNvPr id="3" name="">
            <a:extLst xmlns:a="http://schemas.openxmlformats.org/drawingml/2006/main">
              <a:ext uri="{FF2B5EF4-FFF2-40B4-BE49-F238E27FC236}">
                <a16:creationId xmlns:a16="http://schemas.microsoft.com/office/drawing/2014/main" id="{327192A5-F4A8-4C09-B80B-32C9C0AF128A}"/>
              </a:ext>
            </a:extLst>
          </p:cNvPr>
          <p:cNvSpPr>
            <a:spLocks xmlns:a="http://schemas.openxmlformats.org/drawingml/2006/main" noGrp="1"/>
          </p:cNvSpPr>
          <p:nvPr/>
        </p:nvSpPr>
        <p:spPr>
          <a:xfrm xmlns:a="http://schemas.openxmlformats.org/drawingml/2006/main">
            <a:off x="628650" y="60960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3000" b="1">
                <a:solidFill>
                  <a:srgbClr val="102A43"/>
                </a:solidFill>
              </a:defRPr>
            </a:defPPr>
            <a:lvl1pPr algn="l">
              <a:defRPr sz="3000" b="1">
                <a:solidFill>
                  <a:srgbClr val="102A43"/>
                </a:solidFill>
              </a:defRPr>
            </a:lvl1pPr>
            <a:lvl2pPr algn="l">
              <a:defRPr sz="3000" b="1">
                <a:solidFill>
                  <a:srgbClr val="102A43"/>
                </a:solidFill>
              </a:defRPr>
            </a:lvl2pPr>
            <a:lvl3pPr algn="l">
              <a:defRPr sz="3000" b="1">
                <a:solidFill>
                  <a:srgbClr val="102A43"/>
                </a:solidFill>
              </a:defRPr>
            </a:lvl3pPr>
            <a:lvl4pPr algn="l">
              <a:defRPr sz="3000" b="1">
                <a:solidFill>
                  <a:srgbClr val="102A43"/>
                </a:solidFill>
              </a:defRPr>
            </a:lvl4pPr>
            <a:lvl5pPr algn="l">
              <a:defRPr sz="3000" b="1">
                <a:solidFill>
                  <a:srgbClr val="102A43"/>
                </a:solidFill>
              </a:defRPr>
            </a:lvl5pPr>
            <a:lvl6pPr algn="l">
              <a:defRPr sz="3000" b="1">
                <a:solidFill>
                  <a:srgbClr val="102A43"/>
                </a:solidFill>
              </a:defRPr>
            </a:lvl6pPr>
            <a:lvl7pPr algn="l">
              <a:defRPr sz="3000" b="1">
                <a:solidFill>
                  <a:srgbClr val="102A43"/>
                </a:solidFill>
              </a:defRPr>
            </a:lvl7pPr>
            <a:lvl8pPr algn="l">
              <a:defRPr sz="3000" b="1">
                <a:solidFill>
                  <a:srgbClr val="102A43"/>
                </a:solidFill>
              </a:defRPr>
            </a:lvl8pPr>
            <a:lvl9pPr algn="l">
              <a:defRPr sz="3000" b="1">
                <a:solidFill>
                  <a:srgbClr val="102A43"/>
                </a:solidFill>
              </a:defRPr>
            </a:lvl9pPr>
          </a:lstStyle>
          <a:p xmlns:a="http://schemas.openxmlformats.org/drawingml/2006/main">
            <a:pPr algn="l">
              <a:defRPr sz="3000" b="1">
                <a:solidFill>
                  <a:srgbClr val="102A43"/>
                </a:solidFill>
              </a:defRPr>
            </a:pPr>
            <a:r>
              <a:rPr sz="3000" b="1">
                <a:solidFill>
                  <a:srgbClr val="102A43"/>
                </a:solidFill>
              </a:rPr>
              <a:t>The copilot connects untrusted text to production</a:t>
            </a:r>
          </a:p>
        </p:txBody>
      </p:sp>
      <p:sp>
        <p:nvSpPr>
          <p:cNvPr id="4" name="">
            <a:extLst xmlns:a="http://schemas.openxmlformats.org/drawingml/2006/main">
              <a:ext uri="{FF2B5EF4-FFF2-40B4-BE49-F238E27FC236}">
                <a16:creationId xmlns:a16="http://schemas.microsoft.com/office/drawing/2014/main" id="{FE2D830A-7BD2-4403-9401-7A7E9B04744B}"/>
              </a:ext>
            </a:extLst>
          </p:cNvPr>
          <p:cNvSpPr>
            <a:spLocks xmlns:a="http://schemas.openxmlformats.org/drawingml/2006/main" noGrp="1"/>
          </p:cNvSpPr>
          <p:nvPr/>
        </p:nvSpPr>
        <p:spPr>
          <a:xfrm xmlns:a="http://schemas.openxmlformats.org/drawingml/2006/main">
            <a:off x="628650" y="1257300"/>
            <a:ext cx="10934700" cy="19050"/>
          </a:xfrm>
          <a:prstGeom xmlns:a="http://schemas.openxmlformats.org/drawingml/2006/main" prst="rect">
            <a:avLst/>
          </a:prstGeom>
          <a:solidFill xmlns:a="http://schemas.openxmlformats.org/drawingml/2006/main">
            <a:srgbClr val="B9C9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E3B1EC1-19E6-47BD-80FD-EBB893735886}"/>
              </a:ext>
            </a:extLst>
          </p:cNvPr>
          <p:cNvSpPr>
            <a:spLocks xmlns:a="http://schemas.openxmlformats.org/drawingml/2006/main" noGrp="1"/>
          </p:cNvSpPr>
          <p:nvPr/>
        </p:nvSpPr>
        <p:spPr>
          <a:xfrm xmlns:a="http://schemas.openxmlformats.org/drawingml/2006/main">
            <a:off x="628650" y="64770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050" b="0">
                <a:solidFill>
                  <a:srgbClr val="516579"/>
                </a:solidFill>
              </a:defRPr>
            </a:defPPr>
            <a:lvl1pPr algn="l">
              <a:defRPr sz="1050" b="0">
                <a:solidFill>
                  <a:srgbClr val="516579"/>
                </a:solidFill>
              </a:defRPr>
            </a:lvl1pPr>
            <a:lvl2pPr algn="l">
              <a:defRPr sz="1050" b="0">
                <a:solidFill>
                  <a:srgbClr val="516579"/>
                </a:solidFill>
              </a:defRPr>
            </a:lvl2pPr>
            <a:lvl3pPr algn="l">
              <a:defRPr sz="1050" b="0">
                <a:solidFill>
                  <a:srgbClr val="516579"/>
                </a:solidFill>
              </a:defRPr>
            </a:lvl3pPr>
            <a:lvl4pPr algn="l">
              <a:defRPr sz="1050" b="0">
                <a:solidFill>
                  <a:srgbClr val="516579"/>
                </a:solidFill>
              </a:defRPr>
            </a:lvl4pPr>
            <a:lvl5pPr algn="l">
              <a:defRPr sz="1050" b="0">
                <a:solidFill>
                  <a:srgbClr val="516579"/>
                </a:solidFill>
              </a:defRPr>
            </a:lvl5pPr>
            <a:lvl6pPr algn="l">
              <a:defRPr sz="1050" b="0">
                <a:solidFill>
                  <a:srgbClr val="516579"/>
                </a:solidFill>
              </a:defRPr>
            </a:lvl6pPr>
            <a:lvl7pPr algn="l">
              <a:defRPr sz="1050" b="0">
                <a:solidFill>
                  <a:srgbClr val="516579"/>
                </a:solidFill>
              </a:defRPr>
            </a:lvl7pPr>
            <a:lvl8pPr algn="l">
              <a:defRPr sz="1050" b="0">
                <a:solidFill>
                  <a:srgbClr val="516579"/>
                </a:solidFill>
              </a:defRPr>
            </a:lvl8pPr>
            <a:lvl9pPr algn="l">
              <a:defRPr sz="1050" b="0">
                <a:solidFill>
                  <a:srgbClr val="516579"/>
                </a:solidFill>
              </a:defRPr>
            </a:lvl9pPr>
          </a:lstStyle>
          <a:p xmlns:a="http://schemas.openxmlformats.org/drawingml/2006/main">
            <a:pPr algn="l">
              <a:defRPr sz="1050" b="0">
                <a:solidFill>
                  <a:srgbClr val="516579"/>
                </a:solidFill>
              </a:defRPr>
            </a:pPr>
            <a:r>
              <a:rPr sz="1050" b="0">
                <a:solidFill>
                  <a:srgbClr val="516579"/>
                </a:solidFill>
              </a:rPr>
              <a:t>AI root cause and ticket resolution copilot</a:t>
            </a:r>
          </a:p>
        </p:txBody>
      </p:sp>
      <p:sp>
        <p:nvSpPr>
          <p:cNvPr id="6" name="">
            <a:extLst xmlns:a="http://schemas.openxmlformats.org/drawingml/2006/main">
              <a:ext uri="{FF2B5EF4-FFF2-40B4-BE49-F238E27FC236}">
                <a16:creationId xmlns:a16="http://schemas.microsoft.com/office/drawing/2014/main" id="{6A0FEB2A-55DB-4B20-B89D-EEB618390E0F}"/>
              </a:ext>
            </a:extLst>
          </p:cNvPr>
          <p:cNvSpPr>
            <a:spLocks xmlns:a="http://schemas.openxmlformats.org/drawingml/2006/main" noGrp="1"/>
          </p:cNvSpPr>
          <p:nvPr/>
        </p:nvSpPr>
        <p:spPr>
          <a:xfrm xmlns:a="http://schemas.openxmlformats.org/drawingml/2006/main">
            <a:off x="1114425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r">
              <a:defRPr sz="1050" b="0">
                <a:solidFill>
                  <a:srgbClr val="516579"/>
                </a:solidFill>
              </a:defRPr>
            </a:defPPr>
            <a:lvl1pPr algn="r">
              <a:defRPr sz="1050" b="0">
                <a:solidFill>
                  <a:srgbClr val="516579"/>
                </a:solidFill>
              </a:defRPr>
            </a:lvl1pPr>
            <a:lvl2pPr algn="r">
              <a:defRPr sz="1050" b="0">
                <a:solidFill>
                  <a:srgbClr val="516579"/>
                </a:solidFill>
              </a:defRPr>
            </a:lvl2pPr>
            <a:lvl3pPr algn="r">
              <a:defRPr sz="1050" b="0">
                <a:solidFill>
                  <a:srgbClr val="516579"/>
                </a:solidFill>
              </a:defRPr>
            </a:lvl3pPr>
            <a:lvl4pPr algn="r">
              <a:defRPr sz="1050" b="0">
                <a:solidFill>
                  <a:srgbClr val="516579"/>
                </a:solidFill>
              </a:defRPr>
            </a:lvl4pPr>
            <a:lvl5pPr algn="r">
              <a:defRPr sz="1050" b="0">
                <a:solidFill>
                  <a:srgbClr val="516579"/>
                </a:solidFill>
              </a:defRPr>
            </a:lvl5pPr>
            <a:lvl6pPr algn="r">
              <a:defRPr sz="1050" b="0">
                <a:solidFill>
                  <a:srgbClr val="516579"/>
                </a:solidFill>
              </a:defRPr>
            </a:lvl6pPr>
            <a:lvl7pPr algn="r">
              <a:defRPr sz="1050" b="0">
                <a:solidFill>
                  <a:srgbClr val="516579"/>
                </a:solidFill>
              </a:defRPr>
            </a:lvl7pPr>
            <a:lvl8pPr algn="r">
              <a:defRPr sz="1050" b="0">
                <a:solidFill>
                  <a:srgbClr val="516579"/>
                </a:solidFill>
              </a:defRPr>
            </a:lvl8pPr>
            <a:lvl9pPr algn="r">
              <a:defRPr sz="1050" b="0">
                <a:solidFill>
                  <a:srgbClr val="516579"/>
                </a:solidFill>
              </a:defRPr>
            </a:lvl9pPr>
          </a:lstStyle>
          <a:p xmlns:a="http://schemas.openxmlformats.org/drawingml/2006/main">
            <a:pPr algn="r">
              <a:defRPr sz="1050" b="0">
                <a:solidFill>
                  <a:srgbClr val="516579"/>
                </a:solidFill>
              </a:defRPr>
            </a:pPr>
            <a:r>
              <a:rPr sz="1050" b="0">
                <a:solidFill>
                  <a:srgbClr val="516579"/>
                </a:solidFill>
              </a:rPr>
              <a:t>2</a:t>
            </a:r>
          </a:p>
        </p:txBody>
      </p:sp>
      <p:sp>
        <p:nvSpPr>
          <p:cNvPr id="7" name="">
            <a:extLst xmlns:a="http://schemas.openxmlformats.org/drawingml/2006/main">
              <a:ext uri="{FF2B5EF4-FFF2-40B4-BE49-F238E27FC236}">
                <a16:creationId xmlns:a16="http://schemas.microsoft.com/office/drawing/2014/main" id="{BE18D90A-3552-4250-A972-A6A5B0E55758}"/>
              </a:ext>
            </a:extLst>
          </p:cNvPr>
          <p:cNvSpPr>
            <a:spLocks xmlns:a="http://schemas.openxmlformats.org/drawingml/2006/main" noGrp="1"/>
          </p:cNvSpPr>
          <p:nvPr/>
        </p:nvSpPr>
        <p:spPr>
          <a:xfrm xmlns:a="http://schemas.openxmlformats.org/drawingml/2006/main">
            <a:off x="876300" y="1695450"/>
            <a:ext cx="23336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4050" b="1">
                <a:solidFill>
                  <a:srgbClr val="166B91"/>
                </a:solidFill>
              </a:defRPr>
            </a:defPPr>
            <a:lvl1pPr algn="l">
              <a:defRPr sz="4050" b="1">
                <a:solidFill>
                  <a:srgbClr val="166B91"/>
                </a:solidFill>
              </a:defRPr>
            </a:lvl1pPr>
            <a:lvl2pPr algn="l">
              <a:defRPr sz="4050" b="1">
                <a:solidFill>
                  <a:srgbClr val="166B91"/>
                </a:solidFill>
              </a:defRPr>
            </a:lvl2pPr>
            <a:lvl3pPr algn="l">
              <a:defRPr sz="4050" b="1">
                <a:solidFill>
                  <a:srgbClr val="166B91"/>
                </a:solidFill>
              </a:defRPr>
            </a:lvl3pPr>
            <a:lvl4pPr algn="l">
              <a:defRPr sz="4050" b="1">
                <a:solidFill>
                  <a:srgbClr val="166B91"/>
                </a:solidFill>
              </a:defRPr>
            </a:lvl4pPr>
            <a:lvl5pPr algn="l">
              <a:defRPr sz="4050" b="1">
                <a:solidFill>
                  <a:srgbClr val="166B91"/>
                </a:solidFill>
              </a:defRPr>
            </a:lvl5pPr>
            <a:lvl6pPr algn="l">
              <a:defRPr sz="4050" b="1">
                <a:solidFill>
                  <a:srgbClr val="166B91"/>
                </a:solidFill>
              </a:defRPr>
            </a:lvl6pPr>
            <a:lvl7pPr algn="l">
              <a:defRPr sz="4050" b="1">
                <a:solidFill>
                  <a:srgbClr val="166B91"/>
                </a:solidFill>
              </a:defRPr>
            </a:lvl7pPr>
            <a:lvl8pPr algn="l">
              <a:defRPr sz="4050" b="1">
                <a:solidFill>
                  <a:srgbClr val="166B91"/>
                </a:solidFill>
              </a:defRPr>
            </a:lvl8pPr>
            <a:lvl9pPr algn="l">
              <a:defRPr sz="4050" b="1">
                <a:solidFill>
                  <a:srgbClr val="166B91"/>
                </a:solidFill>
              </a:defRPr>
            </a:lvl9pPr>
          </a:lstStyle>
          <a:p xmlns:a="http://schemas.openxmlformats.org/drawingml/2006/main">
            <a:pPr algn="l">
              <a:defRPr sz="4050" b="1">
                <a:solidFill>
                  <a:srgbClr val="166B91"/>
                </a:solidFill>
              </a:defRPr>
            </a:pPr>
            <a:r>
              <a:rPr sz="4050" b="1">
                <a:solidFill>
                  <a:srgbClr val="166B91"/>
                </a:solidFill>
              </a:rPr>
              <a:t>150</a:t>
            </a:r>
          </a:p>
        </p:txBody>
      </p:sp>
      <p:sp>
        <p:nvSpPr>
          <p:cNvPr id="8" name="">
            <a:extLst xmlns:a="http://schemas.openxmlformats.org/drawingml/2006/main">
              <a:ext uri="{FF2B5EF4-FFF2-40B4-BE49-F238E27FC236}">
                <a16:creationId xmlns:a16="http://schemas.microsoft.com/office/drawing/2014/main" id="{8EE7EC6A-28D2-4261-B4FB-8E6FE4213505}"/>
              </a:ext>
            </a:extLst>
          </p:cNvPr>
          <p:cNvSpPr>
            <a:spLocks xmlns:a="http://schemas.openxmlformats.org/drawingml/2006/main" noGrp="1"/>
          </p:cNvSpPr>
          <p:nvPr/>
        </p:nvSpPr>
        <p:spPr>
          <a:xfrm xmlns:a="http://schemas.openxmlformats.org/drawingml/2006/main">
            <a:off x="876300" y="2333625"/>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650" b="0">
                <a:solidFill>
                  <a:srgbClr val="516579"/>
                </a:solidFill>
              </a:defRPr>
            </a:defPPr>
            <a:lvl1pPr algn="l">
              <a:defRPr sz="1650" b="0">
                <a:solidFill>
                  <a:srgbClr val="516579"/>
                </a:solidFill>
              </a:defRPr>
            </a:lvl1pPr>
            <a:lvl2pPr algn="l">
              <a:defRPr sz="1650" b="0">
                <a:solidFill>
                  <a:srgbClr val="516579"/>
                </a:solidFill>
              </a:defRPr>
            </a:lvl2pPr>
            <a:lvl3pPr algn="l">
              <a:defRPr sz="1650" b="0">
                <a:solidFill>
                  <a:srgbClr val="516579"/>
                </a:solidFill>
              </a:defRPr>
            </a:lvl3pPr>
            <a:lvl4pPr algn="l">
              <a:defRPr sz="1650" b="0">
                <a:solidFill>
                  <a:srgbClr val="516579"/>
                </a:solidFill>
              </a:defRPr>
            </a:lvl4pPr>
            <a:lvl5pPr algn="l">
              <a:defRPr sz="1650" b="0">
                <a:solidFill>
                  <a:srgbClr val="516579"/>
                </a:solidFill>
              </a:defRPr>
            </a:lvl5pPr>
            <a:lvl6pPr algn="l">
              <a:defRPr sz="1650" b="0">
                <a:solidFill>
                  <a:srgbClr val="516579"/>
                </a:solidFill>
              </a:defRPr>
            </a:lvl6pPr>
            <a:lvl7pPr algn="l">
              <a:defRPr sz="1650" b="0">
                <a:solidFill>
                  <a:srgbClr val="516579"/>
                </a:solidFill>
              </a:defRPr>
            </a:lvl7pPr>
            <a:lvl8pPr algn="l">
              <a:defRPr sz="1650" b="0">
                <a:solidFill>
                  <a:srgbClr val="516579"/>
                </a:solidFill>
              </a:defRPr>
            </a:lvl8pPr>
            <a:lvl9pPr algn="l">
              <a:defRPr sz="1650" b="0">
                <a:solidFill>
                  <a:srgbClr val="516579"/>
                </a:solidFill>
              </a:defRPr>
            </a:lvl9pPr>
          </a:lstStyle>
          <a:p xmlns:a="http://schemas.openxmlformats.org/drawingml/2006/main">
            <a:pPr algn="l">
              <a:defRPr sz="1650" b="0">
                <a:solidFill>
                  <a:srgbClr val="516579"/>
                </a:solidFill>
              </a:defRPr>
            </a:pPr>
            <a:r>
              <a:rPr sz="1650" b="0">
                <a:solidFill>
                  <a:srgbClr val="516579"/>
                </a:solidFill>
              </a:rPr>
              <a:t>applications in scope</a:t>
            </a:r>
          </a:p>
        </p:txBody>
      </p:sp>
      <p:sp>
        <p:nvSpPr>
          <p:cNvPr id="9" name="">
            <a:extLst xmlns:a="http://schemas.openxmlformats.org/drawingml/2006/main">
              <a:ext uri="{FF2B5EF4-FFF2-40B4-BE49-F238E27FC236}">
                <a16:creationId xmlns:a16="http://schemas.microsoft.com/office/drawing/2014/main" id="{A2509C76-9D1E-4DD3-9D82-0AC4A949801A}"/>
              </a:ext>
            </a:extLst>
          </p:cNvPr>
          <p:cNvSpPr>
            <a:spLocks xmlns:a="http://schemas.openxmlformats.org/drawingml/2006/main" noGrp="1"/>
          </p:cNvSpPr>
          <p:nvPr/>
        </p:nvSpPr>
        <p:spPr>
          <a:xfrm xmlns:a="http://schemas.openxmlformats.org/drawingml/2006/main">
            <a:off x="4400550" y="1695450"/>
            <a:ext cx="1619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4050" b="1">
                <a:solidFill>
                  <a:srgbClr val="B54745"/>
                </a:solidFill>
              </a:defRPr>
            </a:defPPr>
            <a:lvl1pPr algn="l">
              <a:defRPr sz="4050" b="1">
                <a:solidFill>
                  <a:srgbClr val="B54745"/>
                </a:solidFill>
              </a:defRPr>
            </a:lvl1pPr>
            <a:lvl2pPr algn="l">
              <a:defRPr sz="4050" b="1">
                <a:solidFill>
                  <a:srgbClr val="B54745"/>
                </a:solidFill>
              </a:defRPr>
            </a:lvl2pPr>
            <a:lvl3pPr algn="l">
              <a:defRPr sz="4050" b="1">
                <a:solidFill>
                  <a:srgbClr val="B54745"/>
                </a:solidFill>
              </a:defRPr>
            </a:lvl3pPr>
            <a:lvl4pPr algn="l">
              <a:defRPr sz="4050" b="1">
                <a:solidFill>
                  <a:srgbClr val="B54745"/>
                </a:solidFill>
              </a:defRPr>
            </a:lvl4pPr>
            <a:lvl5pPr algn="l">
              <a:defRPr sz="4050" b="1">
                <a:solidFill>
                  <a:srgbClr val="B54745"/>
                </a:solidFill>
              </a:defRPr>
            </a:lvl5pPr>
            <a:lvl6pPr algn="l">
              <a:defRPr sz="4050" b="1">
                <a:solidFill>
                  <a:srgbClr val="B54745"/>
                </a:solidFill>
              </a:defRPr>
            </a:lvl6pPr>
            <a:lvl7pPr algn="l">
              <a:defRPr sz="4050" b="1">
                <a:solidFill>
                  <a:srgbClr val="B54745"/>
                </a:solidFill>
              </a:defRPr>
            </a:lvl7pPr>
            <a:lvl8pPr algn="l">
              <a:defRPr sz="4050" b="1">
                <a:solidFill>
                  <a:srgbClr val="B54745"/>
                </a:solidFill>
              </a:defRPr>
            </a:lvl8pPr>
            <a:lvl9pPr algn="l">
              <a:defRPr sz="4050" b="1">
                <a:solidFill>
                  <a:srgbClr val="B54745"/>
                </a:solidFill>
              </a:defRPr>
            </a:lvl9pPr>
          </a:lstStyle>
          <a:p xmlns:a="http://schemas.openxmlformats.org/drawingml/2006/main">
            <a:pPr algn="l">
              <a:defRPr sz="4050" b="1">
                <a:solidFill>
                  <a:srgbClr val="B54745"/>
                </a:solidFill>
              </a:defRPr>
            </a:pPr>
            <a:r>
              <a:rPr sz="4050" b="1">
                <a:solidFill>
                  <a:srgbClr val="B54745"/>
                </a:solidFill>
              </a:rPr>
              <a:t>1</a:t>
            </a:r>
          </a:p>
        </p:txBody>
      </p:sp>
      <p:sp>
        <p:nvSpPr>
          <p:cNvPr id="10" name="">
            <a:extLst xmlns:a="http://schemas.openxmlformats.org/drawingml/2006/main">
              <a:ext uri="{FF2B5EF4-FFF2-40B4-BE49-F238E27FC236}">
                <a16:creationId xmlns:a16="http://schemas.microsoft.com/office/drawing/2014/main" id="{72324C85-6694-4702-9C8D-C5DBEFF8DE3B}"/>
              </a:ext>
            </a:extLst>
          </p:cNvPr>
          <p:cNvSpPr>
            <a:spLocks xmlns:a="http://schemas.openxmlformats.org/drawingml/2006/main" noGrp="1"/>
          </p:cNvSpPr>
          <p:nvPr/>
        </p:nvSpPr>
        <p:spPr>
          <a:xfrm xmlns:a="http://schemas.openxmlformats.org/drawingml/2006/main">
            <a:off x="4400550" y="2333625"/>
            <a:ext cx="3143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650" b="0">
                <a:solidFill>
                  <a:srgbClr val="516579"/>
                </a:solidFill>
              </a:defRPr>
            </a:defPPr>
            <a:lvl1pPr algn="l">
              <a:defRPr sz="1650" b="0">
                <a:solidFill>
                  <a:srgbClr val="516579"/>
                </a:solidFill>
              </a:defRPr>
            </a:lvl1pPr>
            <a:lvl2pPr algn="l">
              <a:defRPr sz="1650" b="0">
                <a:solidFill>
                  <a:srgbClr val="516579"/>
                </a:solidFill>
              </a:defRPr>
            </a:lvl2pPr>
            <a:lvl3pPr algn="l">
              <a:defRPr sz="1650" b="0">
                <a:solidFill>
                  <a:srgbClr val="516579"/>
                </a:solidFill>
              </a:defRPr>
            </a:lvl3pPr>
            <a:lvl4pPr algn="l">
              <a:defRPr sz="1650" b="0">
                <a:solidFill>
                  <a:srgbClr val="516579"/>
                </a:solidFill>
              </a:defRPr>
            </a:lvl4pPr>
            <a:lvl5pPr algn="l">
              <a:defRPr sz="1650" b="0">
                <a:solidFill>
                  <a:srgbClr val="516579"/>
                </a:solidFill>
              </a:defRPr>
            </a:lvl5pPr>
            <a:lvl6pPr algn="l">
              <a:defRPr sz="1650" b="0">
                <a:solidFill>
                  <a:srgbClr val="516579"/>
                </a:solidFill>
              </a:defRPr>
            </a:lvl6pPr>
            <a:lvl7pPr algn="l">
              <a:defRPr sz="1650" b="0">
                <a:solidFill>
                  <a:srgbClr val="516579"/>
                </a:solidFill>
              </a:defRPr>
            </a:lvl7pPr>
            <a:lvl8pPr algn="l">
              <a:defRPr sz="1650" b="0">
                <a:solidFill>
                  <a:srgbClr val="516579"/>
                </a:solidFill>
              </a:defRPr>
            </a:lvl8pPr>
            <a:lvl9pPr algn="l">
              <a:defRPr sz="1650" b="0">
                <a:solidFill>
                  <a:srgbClr val="516579"/>
                </a:solidFill>
              </a:defRPr>
            </a:lvl9pPr>
          </a:lstStyle>
          <a:p xmlns:a="http://schemas.openxmlformats.org/drawingml/2006/main">
            <a:pPr algn="l">
              <a:defRPr sz="1650" b="0">
                <a:solidFill>
                  <a:srgbClr val="516579"/>
                </a:solidFill>
              </a:defRPr>
            </a:pPr>
            <a:r>
              <a:rPr sz="1650" b="0">
                <a:solidFill>
                  <a:srgbClr val="516579"/>
                </a:solidFill>
              </a:rPr>
              <a:t>shared path to sensitive operations</a:t>
            </a:r>
          </a:p>
        </p:txBody>
      </p:sp>
      <p:sp>
        <p:nvSpPr>
          <p:cNvPr id="11" name="">
            <a:extLst xmlns:a="http://schemas.openxmlformats.org/drawingml/2006/main">
              <a:ext uri="{FF2B5EF4-FFF2-40B4-BE49-F238E27FC236}">
                <a16:creationId xmlns:a16="http://schemas.microsoft.com/office/drawing/2014/main" id="{5A965569-D7C6-4841-A4EB-57CAB92600F3}"/>
              </a:ext>
            </a:extLst>
          </p:cNvPr>
          <p:cNvSpPr>
            <a:spLocks xmlns:a="http://schemas.openxmlformats.org/drawingml/2006/main" noGrp="1"/>
          </p:cNvSpPr>
          <p:nvPr/>
        </p:nvSpPr>
        <p:spPr>
          <a:xfrm xmlns:a="http://schemas.openxmlformats.org/drawingml/2006/main">
            <a:off x="876300" y="335280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2025" b="1">
                <a:solidFill>
                  <a:srgbClr val="102A43"/>
                </a:solidFill>
              </a:defRPr>
            </a:defPPr>
            <a:lvl1pPr algn="l">
              <a:defRPr sz="2025" b="1">
                <a:solidFill>
                  <a:srgbClr val="102A43"/>
                </a:solidFill>
              </a:defRPr>
            </a:lvl1pPr>
            <a:lvl2pPr algn="l">
              <a:defRPr sz="2025" b="1">
                <a:solidFill>
                  <a:srgbClr val="102A43"/>
                </a:solidFill>
              </a:defRPr>
            </a:lvl2pPr>
            <a:lvl3pPr algn="l">
              <a:defRPr sz="2025" b="1">
                <a:solidFill>
                  <a:srgbClr val="102A43"/>
                </a:solidFill>
              </a:defRPr>
            </a:lvl3pPr>
            <a:lvl4pPr algn="l">
              <a:defRPr sz="2025" b="1">
                <a:solidFill>
                  <a:srgbClr val="102A43"/>
                </a:solidFill>
              </a:defRPr>
            </a:lvl4pPr>
            <a:lvl5pPr algn="l">
              <a:defRPr sz="2025" b="1">
                <a:solidFill>
                  <a:srgbClr val="102A43"/>
                </a:solidFill>
              </a:defRPr>
            </a:lvl5pPr>
            <a:lvl6pPr algn="l">
              <a:defRPr sz="2025" b="1">
                <a:solidFill>
                  <a:srgbClr val="102A43"/>
                </a:solidFill>
              </a:defRPr>
            </a:lvl6pPr>
            <a:lvl7pPr algn="l">
              <a:defRPr sz="2025" b="1">
                <a:solidFill>
                  <a:srgbClr val="102A43"/>
                </a:solidFill>
              </a:defRPr>
            </a:lvl7pPr>
            <a:lvl8pPr algn="l">
              <a:defRPr sz="2025" b="1">
                <a:solidFill>
                  <a:srgbClr val="102A43"/>
                </a:solidFill>
              </a:defRPr>
            </a:lvl8pPr>
            <a:lvl9pPr algn="l">
              <a:defRPr sz="2025" b="1">
                <a:solidFill>
                  <a:srgbClr val="102A43"/>
                </a:solidFill>
              </a:defRPr>
            </a:lvl9pPr>
          </a:lstStyle>
          <a:p xmlns:a="http://schemas.openxmlformats.org/drawingml/2006/main">
            <a:pPr algn="l">
              <a:defRPr sz="2025" b="1">
                <a:solidFill>
                  <a:srgbClr val="102A43"/>
                </a:solidFill>
              </a:defRPr>
            </a:pPr>
            <a:r>
              <a:rPr sz="2025" b="1">
                <a:solidFill>
                  <a:srgbClr val="102A43"/>
                </a:solidFill>
              </a:rPr>
              <a:t>Three assets drive the design</a:t>
            </a:r>
          </a:p>
        </p:txBody>
      </p:sp>
      <p:sp>
        <p:nvSpPr>
          <p:cNvPr id="12" name="">
            <a:extLst xmlns:a="http://schemas.openxmlformats.org/drawingml/2006/main">
              <a:ext uri="{FF2B5EF4-FFF2-40B4-BE49-F238E27FC236}">
                <a16:creationId xmlns:a16="http://schemas.microsoft.com/office/drawing/2014/main" id="{1CA8C89C-785F-4F1E-9835-8E01633B1921}"/>
              </a:ext>
            </a:extLst>
          </p:cNvPr>
          <p:cNvSpPr>
            <a:spLocks xmlns:a="http://schemas.openxmlformats.org/drawingml/2006/main" noGrp="1"/>
          </p:cNvSpPr>
          <p:nvPr/>
        </p:nvSpPr>
        <p:spPr>
          <a:xfrm xmlns:a="http://schemas.openxmlformats.org/drawingml/2006/main">
            <a:off x="876300" y="3924300"/>
            <a:ext cx="3143250" cy="1114425"/>
          </a:xfrm>
          <a:prstGeom xmlns:a="http://schemas.openxmlformats.org/drawingml/2006/main" prst="roundRect">
            <a:avLst>
              <a:gd name="adj" fmla="val 6838"/>
            </a:avLst>
          </a:prstGeom>
          <a:solidFill xmlns:a="http://schemas.openxmlformats.org/drawingml/2006/main">
            <a:srgbClr val="EAF2F6"/>
          </a:solidFill>
          <a:ln xmlns:a="http://schemas.openxmlformats.org/drawingml/2006/main" w="11430">
            <a:solidFill>
              <a:srgbClr val="B9C9D5"/>
            </a:solidFill>
            <a:prstDash val="solid"/>
          </a:ln>
        </p:spPr>
      </p:sp>
      <p:sp>
        <p:nvSpPr>
          <p:cNvPr id="13" name="">
            <a:extLst xmlns:a="http://schemas.openxmlformats.org/drawingml/2006/main">
              <a:ext uri="{FF2B5EF4-FFF2-40B4-BE49-F238E27FC236}">
                <a16:creationId xmlns:a16="http://schemas.microsoft.com/office/drawing/2014/main" id="{8968D52B-5C6E-42A1-9699-17659C114B40}"/>
              </a:ext>
            </a:extLst>
          </p:cNvPr>
          <p:cNvSpPr>
            <a:spLocks xmlns:a="http://schemas.openxmlformats.org/drawingml/2006/main" noGrp="1"/>
          </p:cNvSpPr>
          <p:nvPr/>
        </p:nvSpPr>
        <p:spPr>
          <a:xfrm xmlns:a="http://schemas.openxmlformats.org/drawingml/2006/main">
            <a:off x="971550" y="4000500"/>
            <a:ext cx="29527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Operational evidence</a:t>
            </a:r>
          </a:p>
          <a:p xmlns:a="http://schemas.openxmlformats.org/drawingml/2006/main">
            <a:pPr algn="ctr">
              <a:defRPr sz="1500" b="1">
                <a:solidFill>
                  <a:srgbClr val="17324D"/>
                </a:solidFill>
              </a:defRPr>
            </a:pPr>
            <a:r>
              <a:rPr sz="1500" b="1">
                <a:solidFill>
                  <a:srgbClr val="17324D"/>
                </a:solidFill>
              </a:rPr>
              <a:t>logs + incident history</a:t>
            </a:r>
          </a:p>
        </p:txBody>
      </p:sp>
      <p:sp>
        <p:nvSpPr>
          <p:cNvPr id="14" name="">
            <a:extLst xmlns:a="http://schemas.openxmlformats.org/drawingml/2006/main">
              <a:ext uri="{FF2B5EF4-FFF2-40B4-BE49-F238E27FC236}">
                <a16:creationId xmlns:a16="http://schemas.microsoft.com/office/drawing/2014/main" id="{2BC93137-FC92-4552-A677-0FAC3134A2F8}"/>
              </a:ext>
            </a:extLst>
          </p:cNvPr>
          <p:cNvSpPr>
            <a:spLocks xmlns:a="http://schemas.openxmlformats.org/drawingml/2006/main" noGrp="1"/>
          </p:cNvSpPr>
          <p:nvPr/>
        </p:nvSpPr>
        <p:spPr>
          <a:xfrm xmlns:a="http://schemas.openxmlformats.org/drawingml/2006/main">
            <a:off x="4524375" y="3924300"/>
            <a:ext cx="3143250" cy="1114425"/>
          </a:xfrm>
          <a:prstGeom xmlns:a="http://schemas.openxmlformats.org/drawingml/2006/main" prst="roundRect">
            <a:avLst>
              <a:gd name="adj" fmla="val 6838"/>
            </a:avLst>
          </a:prstGeom>
          <a:solidFill xmlns:a="http://schemas.openxmlformats.org/drawingml/2006/main">
            <a:srgbClr val="EAF2F6"/>
          </a:solidFill>
          <a:ln xmlns:a="http://schemas.openxmlformats.org/drawingml/2006/main" w="11430">
            <a:solidFill>
              <a:srgbClr val="B9C9D5"/>
            </a:solidFill>
            <a:prstDash val="solid"/>
          </a:ln>
        </p:spPr>
      </p:sp>
      <p:sp>
        <p:nvSpPr>
          <p:cNvPr id="15" name="">
            <a:extLst xmlns:a="http://schemas.openxmlformats.org/drawingml/2006/main">
              <a:ext uri="{FF2B5EF4-FFF2-40B4-BE49-F238E27FC236}">
                <a16:creationId xmlns:a16="http://schemas.microsoft.com/office/drawing/2014/main" id="{254DDFF2-ACF8-4418-9259-1DF0D3358C09}"/>
              </a:ext>
            </a:extLst>
          </p:cNvPr>
          <p:cNvSpPr>
            <a:spLocks xmlns:a="http://schemas.openxmlformats.org/drawingml/2006/main" noGrp="1"/>
          </p:cNvSpPr>
          <p:nvPr/>
        </p:nvSpPr>
        <p:spPr>
          <a:xfrm xmlns:a="http://schemas.openxmlformats.org/drawingml/2006/main">
            <a:off x="4619625" y="4000500"/>
            <a:ext cx="29527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Decision context</a:t>
            </a:r>
          </a:p>
          <a:p xmlns:a="http://schemas.openxmlformats.org/drawingml/2006/main">
            <a:pPr algn="ctr">
              <a:defRPr sz="1500" b="1">
                <a:solidFill>
                  <a:srgbClr val="17324D"/>
                </a:solidFill>
              </a:defRPr>
            </a:pPr>
            <a:r>
              <a:rPr sz="1500" b="1">
                <a:solidFill>
                  <a:srgbClr val="17324D"/>
                </a:solidFill>
              </a:rPr>
              <a:t>prompts + model output</a:t>
            </a:r>
          </a:p>
        </p:txBody>
      </p:sp>
      <p:sp>
        <p:nvSpPr>
          <p:cNvPr id="16" name="">
            <a:extLst xmlns:a="http://schemas.openxmlformats.org/drawingml/2006/main">
              <a:ext uri="{FF2B5EF4-FFF2-40B4-BE49-F238E27FC236}">
                <a16:creationId xmlns:a16="http://schemas.microsoft.com/office/drawing/2014/main" id="{137E4263-2D4A-4E44-8F5E-E25D102F7C27}"/>
              </a:ext>
            </a:extLst>
          </p:cNvPr>
          <p:cNvSpPr>
            <a:spLocks xmlns:a="http://schemas.openxmlformats.org/drawingml/2006/main" noGrp="1"/>
          </p:cNvSpPr>
          <p:nvPr/>
        </p:nvSpPr>
        <p:spPr>
          <a:xfrm xmlns:a="http://schemas.openxmlformats.org/drawingml/2006/main">
            <a:off x="8172450" y="3924300"/>
            <a:ext cx="3143250" cy="1114425"/>
          </a:xfrm>
          <a:prstGeom xmlns:a="http://schemas.openxmlformats.org/drawingml/2006/main" prst="roundRect">
            <a:avLst>
              <a:gd name="adj" fmla="val 6838"/>
            </a:avLst>
          </a:prstGeom>
          <a:solidFill xmlns:a="http://schemas.openxmlformats.org/drawingml/2006/main">
            <a:srgbClr val="EAF2F6"/>
          </a:solidFill>
          <a:ln xmlns:a="http://schemas.openxmlformats.org/drawingml/2006/main" w="11430">
            <a:solidFill>
              <a:srgbClr val="B9C9D5"/>
            </a:solidFill>
            <a:prstDash val="solid"/>
          </a:ln>
        </p:spPr>
      </p:sp>
      <p:sp>
        <p:nvSpPr>
          <p:cNvPr id="17" name="">
            <a:extLst xmlns:a="http://schemas.openxmlformats.org/drawingml/2006/main">
              <a:ext uri="{FF2B5EF4-FFF2-40B4-BE49-F238E27FC236}">
                <a16:creationId xmlns:a16="http://schemas.microsoft.com/office/drawing/2014/main" id="{0FEFCCA3-681F-4726-9B7E-0DE38E9869E8}"/>
              </a:ext>
            </a:extLst>
          </p:cNvPr>
          <p:cNvSpPr>
            <a:spLocks xmlns:a="http://schemas.openxmlformats.org/drawingml/2006/main" noGrp="1"/>
          </p:cNvSpPr>
          <p:nvPr/>
        </p:nvSpPr>
        <p:spPr>
          <a:xfrm xmlns:a="http://schemas.openxmlformats.org/drawingml/2006/main">
            <a:off x="8267700" y="4000500"/>
            <a:ext cx="295275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Action authority</a:t>
            </a:r>
          </a:p>
          <a:p xmlns:a="http://schemas.openxmlformats.org/drawingml/2006/main">
            <a:pPr algn="ctr">
              <a:defRPr sz="1500" b="1">
                <a:solidFill>
                  <a:srgbClr val="17324D"/>
                </a:solidFill>
              </a:defRPr>
            </a:pPr>
            <a:r>
              <a:rPr sz="1500" b="1">
                <a:solidFill>
                  <a:srgbClr val="17324D"/>
                </a:solidFill>
              </a:rPr>
              <a:t>identities + runbooks</a:t>
            </a:r>
          </a:p>
        </p:txBody>
      </p:sp>
      <p:sp>
        <p:nvSpPr>
          <p:cNvPr id="18" name="">
            <a:extLst xmlns:a="http://schemas.openxmlformats.org/drawingml/2006/main">
              <a:ext uri="{FF2B5EF4-FFF2-40B4-BE49-F238E27FC236}">
                <a16:creationId xmlns:a16="http://schemas.microsoft.com/office/drawing/2014/main" id="{3E6F7A3A-7AF6-4D58-A5B5-5A7D5B970EB9}"/>
              </a:ext>
            </a:extLst>
          </p:cNvPr>
          <p:cNvSpPr>
            <a:spLocks xmlns:a="http://schemas.openxmlformats.org/drawingml/2006/main" noGrp="1"/>
          </p:cNvSpPr>
          <p:nvPr/>
        </p:nvSpPr>
        <p:spPr>
          <a:xfrm xmlns:a="http://schemas.openxmlformats.org/drawingml/2006/main">
            <a:off x="876300" y="5381625"/>
            <a:ext cx="1952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1">
                <a:solidFill>
                  <a:srgbClr val="2AA198"/>
                </a:solidFill>
              </a:defRPr>
            </a:defPPr>
            <a:lvl1pPr algn="l">
              <a:defRPr sz="1350" b="1">
                <a:solidFill>
                  <a:srgbClr val="2AA198"/>
                </a:solidFill>
              </a:defRPr>
            </a:lvl1pPr>
            <a:lvl2pPr algn="l">
              <a:defRPr sz="1350" b="1">
                <a:solidFill>
                  <a:srgbClr val="2AA198"/>
                </a:solidFill>
              </a:defRPr>
            </a:lvl2pPr>
            <a:lvl3pPr algn="l">
              <a:defRPr sz="1350" b="1">
                <a:solidFill>
                  <a:srgbClr val="2AA198"/>
                </a:solidFill>
              </a:defRPr>
            </a:lvl3pPr>
            <a:lvl4pPr algn="l">
              <a:defRPr sz="1350" b="1">
                <a:solidFill>
                  <a:srgbClr val="2AA198"/>
                </a:solidFill>
              </a:defRPr>
            </a:lvl4pPr>
            <a:lvl5pPr algn="l">
              <a:defRPr sz="1350" b="1">
                <a:solidFill>
                  <a:srgbClr val="2AA198"/>
                </a:solidFill>
              </a:defRPr>
            </a:lvl5pPr>
            <a:lvl6pPr algn="l">
              <a:defRPr sz="1350" b="1">
                <a:solidFill>
                  <a:srgbClr val="2AA198"/>
                </a:solidFill>
              </a:defRPr>
            </a:lvl6pPr>
            <a:lvl7pPr algn="l">
              <a:defRPr sz="1350" b="1">
                <a:solidFill>
                  <a:srgbClr val="2AA198"/>
                </a:solidFill>
              </a:defRPr>
            </a:lvl7pPr>
            <a:lvl8pPr algn="l">
              <a:defRPr sz="1350" b="1">
                <a:solidFill>
                  <a:srgbClr val="2AA198"/>
                </a:solidFill>
              </a:defRPr>
            </a:lvl8pPr>
            <a:lvl9pPr algn="l">
              <a:defRPr sz="1350" b="1">
                <a:solidFill>
                  <a:srgbClr val="2AA198"/>
                </a:solidFill>
              </a:defRPr>
            </a:lvl9pPr>
          </a:lstStyle>
          <a:p xmlns:a="http://schemas.openxmlformats.org/drawingml/2006/main">
            <a:pPr algn="l">
              <a:defRPr sz="1350" b="1">
                <a:solidFill>
                  <a:srgbClr val="2AA198"/>
                </a:solidFill>
              </a:defRPr>
            </a:pPr>
            <a:r>
              <a:rPr sz="1350" b="1">
                <a:solidFill>
                  <a:srgbClr val="2AA198"/>
                </a:solidFill>
              </a:rPr>
              <a:t>Design position</a:t>
            </a:r>
          </a:p>
        </p:txBody>
      </p:sp>
      <p:sp>
        <p:nvSpPr>
          <p:cNvPr id="19" name="">
            <a:extLst xmlns:a="http://schemas.openxmlformats.org/drawingml/2006/main">
              <a:ext uri="{FF2B5EF4-FFF2-40B4-BE49-F238E27FC236}">
                <a16:creationId xmlns:a16="http://schemas.microsoft.com/office/drawing/2014/main" id="{5FE7D804-F529-4050-B2EE-8E3E9293C531}"/>
              </a:ext>
            </a:extLst>
          </p:cNvPr>
          <p:cNvSpPr>
            <a:spLocks xmlns:a="http://schemas.openxmlformats.org/drawingml/2006/main" noGrp="1"/>
          </p:cNvSpPr>
          <p:nvPr/>
        </p:nvSpPr>
        <p:spPr>
          <a:xfrm xmlns:a="http://schemas.openxmlformats.org/drawingml/2006/main">
            <a:off x="2857500" y="5295900"/>
            <a:ext cx="828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725" b="1">
                <a:solidFill>
                  <a:srgbClr val="17324D"/>
                </a:solidFill>
              </a:defRPr>
            </a:defPPr>
            <a:lvl1pPr algn="l">
              <a:defRPr sz="1725" b="1">
                <a:solidFill>
                  <a:srgbClr val="17324D"/>
                </a:solidFill>
              </a:defRPr>
            </a:lvl1pPr>
            <a:lvl2pPr algn="l">
              <a:defRPr sz="1725" b="1">
                <a:solidFill>
                  <a:srgbClr val="17324D"/>
                </a:solidFill>
              </a:defRPr>
            </a:lvl2pPr>
            <a:lvl3pPr algn="l">
              <a:defRPr sz="1725" b="1">
                <a:solidFill>
                  <a:srgbClr val="17324D"/>
                </a:solidFill>
              </a:defRPr>
            </a:lvl3pPr>
            <a:lvl4pPr algn="l">
              <a:defRPr sz="1725" b="1">
                <a:solidFill>
                  <a:srgbClr val="17324D"/>
                </a:solidFill>
              </a:defRPr>
            </a:lvl4pPr>
            <a:lvl5pPr algn="l">
              <a:defRPr sz="1725" b="1">
                <a:solidFill>
                  <a:srgbClr val="17324D"/>
                </a:solidFill>
              </a:defRPr>
            </a:lvl5pPr>
            <a:lvl6pPr algn="l">
              <a:defRPr sz="1725" b="1">
                <a:solidFill>
                  <a:srgbClr val="17324D"/>
                </a:solidFill>
              </a:defRPr>
            </a:lvl6pPr>
            <a:lvl7pPr algn="l">
              <a:defRPr sz="1725" b="1">
                <a:solidFill>
                  <a:srgbClr val="17324D"/>
                </a:solidFill>
              </a:defRPr>
            </a:lvl7pPr>
            <a:lvl8pPr algn="l">
              <a:defRPr sz="1725" b="1">
                <a:solidFill>
                  <a:srgbClr val="17324D"/>
                </a:solidFill>
              </a:defRPr>
            </a:lvl8pPr>
            <a:lvl9pPr algn="l">
              <a:defRPr sz="1725" b="1">
                <a:solidFill>
                  <a:srgbClr val="17324D"/>
                </a:solidFill>
              </a:defRPr>
            </a:lvl9pPr>
          </a:lstStyle>
          <a:p xmlns:a="http://schemas.openxmlformats.org/drawingml/2006/main">
            <a:pPr algn="l">
              <a:defRPr sz="1725" b="1">
                <a:solidFill>
                  <a:srgbClr val="17324D"/>
                </a:solidFill>
              </a:defRPr>
            </a:pPr>
            <a:r>
              <a:rPr sz="1725" b="1">
                <a:solidFill>
                  <a:srgbClr val="17324D"/>
                </a:solidFill>
              </a:rPr>
              <a:t>Recommend by default. Automate only reversible, low-impact tasks through a separate policy gate.</a:t>
            </a:r>
          </a:p>
        </p:txBody>
      </p:sp>
    </p:spTree>
    <p:extLst>
      <p:ext uri="{BB962C8B-B14F-4D97-AF65-F5344CB8AC3E}">
        <p14:creationId xmlns:p14="http://schemas.microsoft.com/office/powerpoint/2010/main" val="369784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458FFB08-CC0D-4DF7-8343-E1962808F7D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AA19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2F0E3D5-0AA6-4B8D-BCB1-0D4FC5628DFC}"/>
              </a:ext>
            </a:extLst>
          </p:cNvPr>
          <p:cNvSpPr>
            <a:spLocks xmlns:a="http://schemas.openxmlformats.org/drawingml/2006/main" noGrp="1"/>
          </p:cNvSpPr>
          <p:nvPr/>
        </p:nvSpPr>
        <p:spPr>
          <a:xfrm xmlns:a="http://schemas.openxmlformats.org/drawingml/2006/main">
            <a:off x="628650" y="3048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050" b="1">
                <a:solidFill>
                  <a:srgbClr val="166B91"/>
                </a:solidFill>
              </a:defRPr>
            </a:defPPr>
            <a:lvl1pPr algn="l">
              <a:defRPr sz="1050" b="1">
                <a:solidFill>
                  <a:srgbClr val="166B91"/>
                </a:solidFill>
              </a:defRPr>
            </a:lvl1pPr>
            <a:lvl2pPr algn="l">
              <a:defRPr sz="1050" b="1">
                <a:solidFill>
                  <a:srgbClr val="166B91"/>
                </a:solidFill>
              </a:defRPr>
            </a:lvl2pPr>
            <a:lvl3pPr algn="l">
              <a:defRPr sz="1050" b="1">
                <a:solidFill>
                  <a:srgbClr val="166B91"/>
                </a:solidFill>
              </a:defRPr>
            </a:lvl3pPr>
            <a:lvl4pPr algn="l">
              <a:defRPr sz="1050" b="1">
                <a:solidFill>
                  <a:srgbClr val="166B91"/>
                </a:solidFill>
              </a:defRPr>
            </a:lvl4pPr>
            <a:lvl5pPr algn="l">
              <a:defRPr sz="1050" b="1">
                <a:solidFill>
                  <a:srgbClr val="166B91"/>
                </a:solidFill>
              </a:defRPr>
            </a:lvl5pPr>
            <a:lvl6pPr algn="l">
              <a:defRPr sz="1050" b="1">
                <a:solidFill>
                  <a:srgbClr val="166B91"/>
                </a:solidFill>
              </a:defRPr>
            </a:lvl6pPr>
            <a:lvl7pPr algn="l">
              <a:defRPr sz="1050" b="1">
                <a:solidFill>
                  <a:srgbClr val="166B91"/>
                </a:solidFill>
              </a:defRPr>
            </a:lvl7pPr>
            <a:lvl8pPr algn="l">
              <a:defRPr sz="1050" b="1">
                <a:solidFill>
                  <a:srgbClr val="166B91"/>
                </a:solidFill>
              </a:defRPr>
            </a:lvl8pPr>
            <a:lvl9pPr algn="l">
              <a:defRPr sz="1050" b="1">
                <a:solidFill>
                  <a:srgbClr val="166B91"/>
                </a:solidFill>
              </a:defRPr>
            </a:lvl9pPr>
          </a:lstStyle>
          <a:p xmlns:a="http://schemas.openxmlformats.org/drawingml/2006/main">
            <a:pPr algn="l">
              <a:defRPr sz="1050" b="1">
                <a:solidFill>
                  <a:srgbClr val="166B91"/>
                </a:solidFill>
              </a:defRPr>
            </a:pPr>
            <a:r>
              <a:rPr sz="1050" b="1">
                <a:solidFill>
                  <a:srgbClr val="166B91"/>
                </a:solidFill>
              </a:rPr>
              <a:t>CYBERSECURITY ASSIGNMENT</a:t>
            </a:r>
          </a:p>
        </p:txBody>
      </p:sp>
      <p:sp>
        <p:nvSpPr>
          <p:cNvPr id="3" name="">
            <a:extLst xmlns:a="http://schemas.openxmlformats.org/drawingml/2006/main">
              <a:ext uri="{FF2B5EF4-FFF2-40B4-BE49-F238E27FC236}">
                <a16:creationId xmlns:a16="http://schemas.microsoft.com/office/drawing/2014/main" id="{6EF49B98-EEA9-4701-987A-9F2F3D93738A}"/>
              </a:ext>
            </a:extLst>
          </p:cNvPr>
          <p:cNvSpPr>
            <a:spLocks xmlns:a="http://schemas.openxmlformats.org/drawingml/2006/main" noGrp="1"/>
          </p:cNvSpPr>
          <p:nvPr/>
        </p:nvSpPr>
        <p:spPr>
          <a:xfrm xmlns:a="http://schemas.openxmlformats.org/drawingml/2006/main">
            <a:off x="628650" y="60960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3000" b="1">
                <a:solidFill>
                  <a:srgbClr val="102A43"/>
                </a:solidFill>
              </a:defRPr>
            </a:defPPr>
            <a:lvl1pPr algn="l">
              <a:defRPr sz="3000" b="1">
                <a:solidFill>
                  <a:srgbClr val="102A43"/>
                </a:solidFill>
              </a:defRPr>
            </a:lvl1pPr>
            <a:lvl2pPr algn="l">
              <a:defRPr sz="3000" b="1">
                <a:solidFill>
                  <a:srgbClr val="102A43"/>
                </a:solidFill>
              </a:defRPr>
            </a:lvl2pPr>
            <a:lvl3pPr algn="l">
              <a:defRPr sz="3000" b="1">
                <a:solidFill>
                  <a:srgbClr val="102A43"/>
                </a:solidFill>
              </a:defRPr>
            </a:lvl3pPr>
            <a:lvl4pPr algn="l">
              <a:defRPr sz="3000" b="1">
                <a:solidFill>
                  <a:srgbClr val="102A43"/>
                </a:solidFill>
              </a:defRPr>
            </a:lvl4pPr>
            <a:lvl5pPr algn="l">
              <a:defRPr sz="3000" b="1">
                <a:solidFill>
                  <a:srgbClr val="102A43"/>
                </a:solidFill>
              </a:defRPr>
            </a:lvl5pPr>
            <a:lvl6pPr algn="l">
              <a:defRPr sz="3000" b="1">
                <a:solidFill>
                  <a:srgbClr val="102A43"/>
                </a:solidFill>
              </a:defRPr>
            </a:lvl6pPr>
            <a:lvl7pPr algn="l">
              <a:defRPr sz="3000" b="1">
                <a:solidFill>
                  <a:srgbClr val="102A43"/>
                </a:solidFill>
              </a:defRPr>
            </a:lvl7pPr>
            <a:lvl8pPr algn="l">
              <a:defRPr sz="3000" b="1">
                <a:solidFill>
                  <a:srgbClr val="102A43"/>
                </a:solidFill>
              </a:defRPr>
            </a:lvl8pPr>
            <a:lvl9pPr algn="l">
              <a:defRPr sz="3000" b="1">
                <a:solidFill>
                  <a:srgbClr val="102A43"/>
                </a:solidFill>
              </a:defRPr>
            </a:lvl9pPr>
          </a:lstStyle>
          <a:p xmlns:a="http://schemas.openxmlformats.org/drawingml/2006/main">
            <a:pPr algn="l">
              <a:defRPr sz="3000" b="1">
                <a:solidFill>
                  <a:srgbClr val="102A43"/>
                </a:solidFill>
              </a:defRPr>
            </a:pPr>
            <a:r>
              <a:rPr sz="3000" b="1">
                <a:solidFill>
                  <a:srgbClr val="102A43"/>
                </a:solidFill>
              </a:rPr>
              <a:t>Data flow and trust boundaries</a:t>
            </a:r>
          </a:p>
        </p:txBody>
      </p:sp>
      <p:sp>
        <p:nvSpPr>
          <p:cNvPr id="4" name="">
            <a:extLst xmlns:a="http://schemas.openxmlformats.org/drawingml/2006/main">
              <a:ext uri="{FF2B5EF4-FFF2-40B4-BE49-F238E27FC236}">
                <a16:creationId xmlns:a16="http://schemas.microsoft.com/office/drawing/2014/main" id="{485A951D-3203-42D4-A8B9-DB144ED6238A}"/>
              </a:ext>
            </a:extLst>
          </p:cNvPr>
          <p:cNvSpPr>
            <a:spLocks xmlns:a="http://schemas.openxmlformats.org/drawingml/2006/main" noGrp="1"/>
          </p:cNvSpPr>
          <p:nvPr/>
        </p:nvSpPr>
        <p:spPr>
          <a:xfrm xmlns:a="http://schemas.openxmlformats.org/drawingml/2006/main">
            <a:off x="628650" y="1257300"/>
            <a:ext cx="10934700" cy="19050"/>
          </a:xfrm>
          <a:prstGeom xmlns:a="http://schemas.openxmlformats.org/drawingml/2006/main" prst="rect">
            <a:avLst/>
          </a:prstGeom>
          <a:solidFill xmlns:a="http://schemas.openxmlformats.org/drawingml/2006/main">
            <a:srgbClr val="B9C9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4605D19-FAFC-4497-BF6C-5B137A372AC8}"/>
              </a:ext>
            </a:extLst>
          </p:cNvPr>
          <p:cNvSpPr>
            <a:spLocks xmlns:a="http://schemas.openxmlformats.org/drawingml/2006/main" noGrp="1"/>
          </p:cNvSpPr>
          <p:nvPr/>
        </p:nvSpPr>
        <p:spPr>
          <a:xfrm xmlns:a="http://schemas.openxmlformats.org/drawingml/2006/main">
            <a:off x="628650" y="64770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050" b="0">
                <a:solidFill>
                  <a:srgbClr val="516579"/>
                </a:solidFill>
              </a:defRPr>
            </a:defPPr>
            <a:lvl1pPr algn="l">
              <a:defRPr sz="1050" b="0">
                <a:solidFill>
                  <a:srgbClr val="516579"/>
                </a:solidFill>
              </a:defRPr>
            </a:lvl1pPr>
            <a:lvl2pPr algn="l">
              <a:defRPr sz="1050" b="0">
                <a:solidFill>
                  <a:srgbClr val="516579"/>
                </a:solidFill>
              </a:defRPr>
            </a:lvl2pPr>
            <a:lvl3pPr algn="l">
              <a:defRPr sz="1050" b="0">
                <a:solidFill>
                  <a:srgbClr val="516579"/>
                </a:solidFill>
              </a:defRPr>
            </a:lvl3pPr>
            <a:lvl4pPr algn="l">
              <a:defRPr sz="1050" b="0">
                <a:solidFill>
                  <a:srgbClr val="516579"/>
                </a:solidFill>
              </a:defRPr>
            </a:lvl4pPr>
            <a:lvl5pPr algn="l">
              <a:defRPr sz="1050" b="0">
                <a:solidFill>
                  <a:srgbClr val="516579"/>
                </a:solidFill>
              </a:defRPr>
            </a:lvl5pPr>
            <a:lvl6pPr algn="l">
              <a:defRPr sz="1050" b="0">
                <a:solidFill>
                  <a:srgbClr val="516579"/>
                </a:solidFill>
              </a:defRPr>
            </a:lvl6pPr>
            <a:lvl7pPr algn="l">
              <a:defRPr sz="1050" b="0">
                <a:solidFill>
                  <a:srgbClr val="516579"/>
                </a:solidFill>
              </a:defRPr>
            </a:lvl7pPr>
            <a:lvl8pPr algn="l">
              <a:defRPr sz="1050" b="0">
                <a:solidFill>
                  <a:srgbClr val="516579"/>
                </a:solidFill>
              </a:defRPr>
            </a:lvl8pPr>
            <a:lvl9pPr algn="l">
              <a:defRPr sz="1050" b="0">
                <a:solidFill>
                  <a:srgbClr val="516579"/>
                </a:solidFill>
              </a:defRPr>
            </a:lvl9pPr>
          </a:lstStyle>
          <a:p xmlns:a="http://schemas.openxmlformats.org/drawingml/2006/main">
            <a:pPr algn="l">
              <a:defRPr sz="1050" b="0">
                <a:solidFill>
                  <a:srgbClr val="516579"/>
                </a:solidFill>
              </a:defRPr>
            </a:pPr>
            <a:r>
              <a:rPr sz="1050" b="0">
                <a:solidFill>
                  <a:srgbClr val="516579"/>
                </a:solidFill>
              </a:rPr>
              <a:t>AI root cause and ticket resolution copilot</a:t>
            </a:r>
          </a:p>
        </p:txBody>
      </p:sp>
      <p:sp>
        <p:nvSpPr>
          <p:cNvPr id="6" name="">
            <a:extLst xmlns:a="http://schemas.openxmlformats.org/drawingml/2006/main">
              <a:ext uri="{FF2B5EF4-FFF2-40B4-BE49-F238E27FC236}">
                <a16:creationId xmlns:a16="http://schemas.microsoft.com/office/drawing/2014/main" id="{71842B79-4B1D-4A0A-849A-3445F5F9F4A1}"/>
              </a:ext>
            </a:extLst>
          </p:cNvPr>
          <p:cNvSpPr>
            <a:spLocks xmlns:a="http://schemas.openxmlformats.org/drawingml/2006/main" noGrp="1"/>
          </p:cNvSpPr>
          <p:nvPr/>
        </p:nvSpPr>
        <p:spPr>
          <a:xfrm xmlns:a="http://schemas.openxmlformats.org/drawingml/2006/main">
            <a:off x="1114425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r">
              <a:defRPr sz="1050" b="0">
                <a:solidFill>
                  <a:srgbClr val="516579"/>
                </a:solidFill>
              </a:defRPr>
            </a:defPPr>
            <a:lvl1pPr algn="r">
              <a:defRPr sz="1050" b="0">
                <a:solidFill>
                  <a:srgbClr val="516579"/>
                </a:solidFill>
              </a:defRPr>
            </a:lvl1pPr>
            <a:lvl2pPr algn="r">
              <a:defRPr sz="1050" b="0">
                <a:solidFill>
                  <a:srgbClr val="516579"/>
                </a:solidFill>
              </a:defRPr>
            </a:lvl2pPr>
            <a:lvl3pPr algn="r">
              <a:defRPr sz="1050" b="0">
                <a:solidFill>
                  <a:srgbClr val="516579"/>
                </a:solidFill>
              </a:defRPr>
            </a:lvl3pPr>
            <a:lvl4pPr algn="r">
              <a:defRPr sz="1050" b="0">
                <a:solidFill>
                  <a:srgbClr val="516579"/>
                </a:solidFill>
              </a:defRPr>
            </a:lvl4pPr>
            <a:lvl5pPr algn="r">
              <a:defRPr sz="1050" b="0">
                <a:solidFill>
                  <a:srgbClr val="516579"/>
                </a:solidFill>
              </a:defRPr>
            </a:lvl5pPr>
            <a:lvl6pPr algn="r">
              <a:defRPr sz="1050" b="0">
                <a:solidFill>
                  <a:srgbClr val="516579"/>
                </a:solidFill>
              </a:defRPr>
            </a:lvl6pPr>
            <a:lvl7pPr algn="r">
              <a:defRPr sz="1050" b="0">
                <a:solidFill>
                  <a:srgbClr val="516579"/>
                </a:solidFill>
              </a:defRPr>
            </a:lvl7pPr>
            <a:lvl8pPr algn="r">
              <a:defRPr sz="1050" b="0">
                <a:solidFill>
                  <a:srgbClr val="516579"/>
                </a:solidFill>
              </a:defRPr>
            </a:lvl8pPr>
            <a:lvl9pPr algn="r">
              <a:defRPr sz="1050" b="0">
                <a:solidFill>
                  <a:srgbClr val="516579"/>
                </a:solidFill>
              </a:defRPr>
            </a:lvl9pPr>
          </a:lstStyle>
          <a:p xmlns:a="http://schemas.openxmlformats.org/drawingml/2006/main">
            <a:pPr algn="r">
              <a:defRPr sz="1050" b="0">
                <a:solidFill>
                  <a:srgbClr val="516579"/>
                </a:solidFill>
              </a:defRPr>
            </a:pPr>
            <a:r>
              <a:rPr sz="1050" b="0">
                <a:solidFill>
                  <a:srgbClr val="516579"/>
                </a:solidFill>
              </a:rPr>
              <a:t>3</a:t>
            </a:r>
          </a:p>
        </p:txBody>
      </p:sp>
      <p:sp>
        <p:nvSpPr>
          <p:cNvPr id="7" name="">
            <a:extLst xmlns:a="http://schemas.openxmlformats.org/drawingml/2006/main">
              <a:ext uri="{FF2B5EF4-FFF2-40B4-BE49-F238E27FC236}">
                <a16:creationId xmlns:a16="http://schemas.microsoft.com/office/drawing/2014/main" id="{A436E47F-AE93-46DC-B702-596C055B68B7}"/>
              </a:ext>
            </a:extLst>
          </p:cNvPr>
          <p:cNvSpPr>
            <a:spLocks xmlns:a="http://schemas.openxmlformats.org/drawingml/2006/main" noGrp="1"/>
          </p:cNvSpPr>
          <p:nvPr/>
        </p:nvSpPr>
        <p:spPr>
          <a:xfrm xmlns:a="http://schemas.openxmlformats.org/drawingml/2006/main">
            <a:off x="762000" y="2190750"/>
            <a:ext cx="2000250" cy="781050"/>
          </a:xfrm>
          <a:prstGeom xmlns:a="http://schemas.openxmlformats.org/drawingml/2006/main" prst="roundRect">
            <a:avLst>
              <a:gd name="adj" fmla="val 9756"/>
            </a:avLst>
          </a:prstGeom>
          <a:solidFill xmlns:a="http://schemas.openxmlformats.org/drawingml/2006/main">
            <a:srgbClr val="EAF2F6"/>
          </a:solidFill>
          <a:ln xmlns:a="http://schemas.openxmlformats.org/drawingml/2006/main" w="11430">
            <a:solidFill>
              <a:srgbClr val="B9C9D5"/>
            </a:solidFill>
            <a:prstDash val="solid"/>
          </a:ln>
        </p:spPr>
      </p:sp>
      <p:sp>
        <p:nvSpPr>
          <p:cNvPr id="8" name="">
            <a:extLst xmlns:a="http://schemas.openxmlformats.org/drawingml/2006/main">
              <a:ext uri="{FF2B5EF4-FFF2-40B4-BE49-F238E27FC236}">
                <a16:creationId xmlns:a16="http://schemas.microsoft.com/office/drawing/2014/main" id="{83250B8D-05DD-4CF3-9E76-E2561C6A53E9}"/>
              </a:ext>
            </a:extLst>
          </p:cNvPr>
          <p:cNvSpPr>
            <a:spLocks xmlns:a="http://schemas.openxmlformats.org/drawingml/2006/main" noGrp="1"/>
          </p:cNvSpPr>
          <p:nvPr/>
        </p:nvSpPr>
        <p:spPr>
          <a:xfrm xmlns:a="http://schemas.openxmlformats.org/drawingml/2006/main">
            <a:off x="857250" y="2266950"/>
            <a:ext cx="1809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Application + host</a:t>
            </a:r>
          </a:p>
          <a:p xmlns:a="http://schemas.openxmlformats.org/drawingml/2006/main">
            <a:pPr algn="ctr">
              <a:defRPr sz="1500" b="1">
                <a:solidFill>
                  <a:srgbClr val="17324D"/>
                </a:solidFill>
              </a:defRPr>
            </a:pPr>
            <a:r>
              <a:rPr sz="1500" b="1">
                <a:solidFill>
                  <a:srgbClr val="17324D"/>
                </a:solidFill>
              </a:rPr>
              <a:t>logs</a:t>
            </a:r>
          </a:p>
        </p:txBody>
      </p:sp>
      <p:sp>
        <p:nvSpPr>
          <p:cNvPr id="9" name="">
            <a:extLst xmlns:a="http://schemas.openxmlformats.org/drawingml/2006/main">
              <a:ext uri="{FF2B5EF4-FFF2-40B4-BE49-F238E27FC236}">
                <a16:creationId xmlns:a16="http://schemas.microsoft.com/office/drawing/2014/main" id="{A337A970-4E28-42BC-920E-DADF2FC72ED1}"/>
              </a:ext>
            </a:extLst>
          </p:cNvPr>
          <p:cNvSpPr>
            <a:spLocks xmlns:a="http://schemas.openxmlformats.org/drawingml/2006/main" noGrp="1"/>
          </p:cNvSpPr>
          <p:nvPr/>
        </p:nvSpPr>
        <p:spPr>
          <a:xfrm xmlns:a="http://schemas.openxmlformats.org/drawingml/2006/main">
            <a:off x="3476625" y="2190750"/>
            <a:ext cx="2000250" cy="781050"/>
          </a:xfrm>
          <a:prstGeom xmlns:a="http://schemas.openxmlformats.org/drawingml/2006/main" prst="roundRect">
            <a:avLst>
              <a:gd name="adj" fmla="val 9756"/>
            </a:avLst>
          </a:prstGeom>
          <a:solidFill xmlns:a="http://schemas.openxmlformats.org/drawingml/2006/main">
            <a:srgbClr val="EAF2F6"/>
          </a:solidFill>
          <a:ln xmlns:a="http://schemas.openxmlformats.org/drawingml/2006/main" w="11430">
            <a:solidFill>
              <a:srgbClr val="B9C9D5"/>
            </a:solidFill>
            <a:prstDash val="solid"/>
          </a:ln>
        </p:spPr>
      </p:sp>
      <p:sp>
        <p:nvSpPr>
          <p:cNvPr id="10" name="">
            <a:extLst xmlns:a="http://schemas.openxmlformats.org/drawingml/2006/main">
              <a:ext uri="{FF2B5EF4-FFF2-40B4-BE49-F238E27FC236}">
                <a16:creationId xmlns:a16="http://schemas.microsoft.com/office/drawing/2014/main" id="{4FFE1378-56C9-45F1-BC39-3E7AE91A3D95}"/>
              </a:ext>
            </a:extLst>
          </p:cNvPr>
          <p:cNvSpPr>
            <a:spLocks xmlns:a="http://schemas.openxmlformats.org/drawingml/2006/main" noGrp="1"/>
          </p:cNvSpPr>
          <p:nvPr/>
        </p:nvSpPr>
        <p:spPr>
          <a:xfrm xmlns:a="http://schemas.openxmlformats.org/drawingml/2006/main">
            <a:off x="3571875" y="2266950"/>
            <a:ext cx="1809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Central log</a:t>
            </a:r>
          </a:p>
          <a:p xmlns:a="http://schemas.openxmlformats.org/drawingml/2006/main">
            <a:pPr algn="ctr">
              <a:defRPr sz="1500" b="1">
                <a:solidFill>
                  <a:srgbClr val="17324D"/>
                </a:solidFill>
              </a:defRPr>
            </a:pPr>
            <a:r>
              <a:rPr sz="1500" b="1">
                <a:solidFill>
                  <a:srgbClr val="17324D"/>
                </a:solidFill>
              </a:rPr>
              <a:t>platform</a:t>
            </a:r>
          </a:p>
        </p:txBody>
      </p:sp>
      <p:sp>
        <p:nvSpPr>
          <p:cNvPr id="11" name="">
            <a:extLst xmlns:a="http://schemas.openxmlformats.org/drawingml/2006/main">
              <a:ext uri="{FF2B5EF4-FFF2-40B4-BE49-F238E27FC236}">
                <a16:creationId xmlns:a16="http://schemas.microsoft.com/office/drawing/2014/main" id="{8281FD88-ABFD-4107-98C7-3789B9F354D8}"/>
              </a:ext>
            </a:extLst>
          </p:cNvPr>
          <p:cNvSpPr>
            <a:spLocks xmlns:a="http://schemas.openxmlformats.org/drawingml/2006/main" noGrp="1"/>
          </p:cNvSpPr>
          <p:nvPr/>
        </p:nvSpPr>
        <p:spPr>
          <a:xfrm xmlns:a="http://schemas.openxmlformats.org/drawingml/2006/main">
            <a:off x="6191250" y="2190750"/>
            <a:ext cx="2000250" cy="781050"/>
          </a:xfrm>
          <a:prstGeom xmlns:a="http://schemas.openxmlformats.org/drawingml/2006/main" prst="roundRect">
            <a:avLst>
              <a:gd name="adj" fmla="val 9756"/>
            </a:avLst>
          </a:prstGeom>
          <a:solidFill xmlns:a="http://schemas.openxmlformats.org/drawingml/2006/main">
            <a:srgbClr val="EAF2F6"/>
          </a:solidFill>
          <a:ln xmlns:a="http://schemas.openxmlformats.org/drawingml/2006/main" w="11430">
            <a:solidFill>
              <a:srgbClr val="B9C9D5"/>
            </a:solidFill>
            <a:prstDash val="solid"/>
          </a:ln>
        </p:spPr>
      </p:sp>
      <p:sp>
        <p:nvSpPr>
          <p:cNvPr id="12" name="">
            <a:extLst xmlns:a="http://schemas.openxmlformats.org/drawingml/2006/main">
              <a:ext uri="{FF2B5EF4-FFF2-40B4-BE49-F238E27FC236}">
                <a16:creationId xmlns:a16="http://schemas.microsoft.com/office/drawing/2014/main" id="{1875880B-FAE1-488B-8BE1-DCE0B757F044}"/>
              </a:ext>
            </a:extLst>
          </p:cNvPr>
          <p:cNvSpPr>
            <a:spLocks xmlns:a="http://schemas.openxmlformats.org/drawingml/2006/main" noGrp="1"/>
          </p:cNvSpPr>
          <p:nvPr/>
        </p:nvSpPr>
        <p:spPr>
          <a:xfrm xmlns:a="http://schemas.openxmlformats.org/drawingml/2006/main">
            <a:off x="6286500" y="2266950"/>
            <a:ext cx="1809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Masking + retrieval</a:t>
            </a:r>
          </a:p>
          <a:p xmlns:a="http://schemas.openxmlformats.org/drawingml/2006/main">
            <a:pPr algn="ctr">
              <a:defRPr sz="1500" b="1">
                <a:solidFill>
                  <a:srgbClr val="17324D"/>
                </a:solidFill>
              </a:defRPr>
            </a:pPr>
            <a:r>
              <a:rPr sz="1500" b="1">
                <a:solidFill>
                  <a:srgbClr val="17324D"/>
                </a:solidFill>
              </a:rPr>
              <a:t>gateway</a:t>
            </a:r>
          </a:p>
        </p:txBody>
      </p:sp>
      <p:sp>
        <p:nvSpPr>
          <p:cNvPr id="13" name="">
            <a:extLst xmlns:a="http://schemas.openxmlformats.org/drawingml/2006/main">
              <a:ext uri="{FF2B5EF4-FFF2-40B4-BE49-F238E27FC236}">
                <a16:creationId xmlns:a16="http://schemas.microsoft.com/office/drawing/2014/main" id="{91906EE0-46F2-4310-AA35-C750E55C9DAF}"/>
              </a:ext>
            </a:extLst>
          </p:cNvPr>
          <p:cNvSpPr>
            <a:spLocks xmlns:a="http://schemas.openxmlformats.org/drawingml/2006/main" noGrp="1"/>
          </p:cNvSpPr>
          <p:nvPr/>
        </p:nvSpPr>
        <p:spPr>
          <a:xfrm xmlns:a="http://schemas.openxmlformats.org/drawingml/2006/main">
            <a:off x="8905875" y="2190750"/>
            <a:ext cx="2000250" cy="781050"/>
          </a:xfrm>
          <a:prstGeom xmlns:a="http://schemas.openxmlformats.org/drawingml/2006/main" prst="roundRect">
            <a:avLst>
              <a:gd name="adj" fmla="val 9756"/>
            </a:avLst>
          </a:prstGeom>
          <a:solidFill xmlns:a="http://schemas.openxmlformats.org/drawingml/2006/main">
            <a:srgbClr val="EAF2F6"/>
          </a:solidFill>
          <a:ln xmlns:a="http://schemas.openxmlformats.org/drawingml/2006/main" w="11430">
            <a:solidFill>
              <a:srgbClr val="B9C9D5"/>
            </a:solidFill>
            <a:prstDash val="solid"/>
          </a:ln>
        </p:spPr>
      </p:sp>
      <p:sp>
        <p:nvSpPr>
          <p:cNvPr id="14" name="">
            <a:extLst xmlns:a="http://schemas.openxmlformats.org/drawingml/2006/main">
              <a:ext uri="{FF2B5EF4-FFF2-40B4-BE49-F238E27FC236}">
                <a16:creationId xmlns:a16="http://schemas.microsoft.com/office/drawing/2014/main" id="{09DBB9BF-DE60-4D13-930F-8143B05E4410}"/>
              </a:ext>
            </a:extLst>
          </p:cNvPr>
          <p:cNvSpPr>
            <a:spLocks xmlns:a="http://schemas.openxmlformats.org/drawingml/2006/main" noGrp="1"/>
          </p:cNvSpPr>
          <p:nvPr/>
        </p:nvSpPr>
        <p:spPr>
          <a:xfrm xmlns:a="http://schemas.openxmlformats.org/drawingml/2006/main">
            <a:off x="9001125" y="2266950"/>
            <a:ext cx="1809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Analysis worker</a:t>
            </a:r>
          </a:p>
        </p:txBody>
      </p:sp>
      <p:sp>
        <p:nvSpPr>
          <p:cNvPr id="15" name="">
            <a:extLst xmlns:a="http://schemas.openxmlformats.org/drawingml/2006/main">
              <a:ext uri="{FF2B5EF4-FFF2-40B4-BE49-F238E27FC236}">
                <a16:creationId xmlns:a16="http://schemas.microsoft.com/office/drawing/2014/main" id="{F02116FF-79D6-4C5A-B0ED-EDCDFCC6B40D}"/>
              </a:ext>
            </a:extLst>
          </p:cNvPr>
          <p:cNvSpPr>
            <a:spLocks xmlns:a="http://schemas.openxmlformats.org/drawingml/2006/main" noGrp="1"/>
          </p:cNvSpPr>
          <p:nvPr/>
        </p:nvSpPr>
        <p:spPr>
          <a:xfrm xmlns:a="http://schemas.openxmlformats.org/drawingml/2006/main" flipH="0" flipV="0">
            <a:off x="2762250" y="2581275"/>
            <a:ext cx="714375" cy="0"/>
          </a:xfrm>
          <a:prstGeom xmlns:a="http://schemas.openxmlformats.org/drawingml/2006/main" prst="line">
            <a:avLst/>
          </a:prstGeom>
          <a:noFill xmlns:a="http://schemas.openxmlformats.org/drawingml/2006/main"/>
          <a:ln xmlns:a="http://schemas.openxmlformats.org/drawingml/2006/main" w="19050">
            <a:solidFill>
              <a:srgbClr val="166B91"/>
            </a:solidFill>
            <a:prstDash val="solid"/>
          </a:ln>
        </p:spPr>
      </p:sp>
      <p:sp>
        <p:nvSpPr>
          <p:cNvPr id="16" name="">
            <a:extLst xmlns:a="http://schemas.openxmlformats.org/drawingml/2006/main">
              <a:ext uri="{FF2B5EF4-FFF2-40B4-BE49-F238E27FC236}">
                <a16:creationId xmlns:a16="http://schemas.microsoft.com/office/drawing/2014/main" id="{2F21A40E-2EA7-418F-9757-D90810B50CC9}"/>
              </a:ext>
            </a:extLst>
          </p:cNvPr>
          <p:cNvSpPr>
            <a:spLocks xmlns:a="http://schemas.openxmlformats.org/drawingml/2006/main" noGrp="1"/>
          </p:cNvSpPr>
          <p:nvPr/>
        </p:nvSpPr>
        <p:spPr>
          <a:xfrm xmlns:a="http://schemas.openxmlformats.org/drawingml/2006/main">
            <a:off x="2781300" y="2638425"/>
            <a:ext cx="6762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975" b="0">
                <a:solidFill>
                  <a:srgbClr val="516579"/>
                </a:solidFill>
              </a:defRPr>
            </a:defPPr>
            <a:lvl1pPr algn="ctr">
              <a:defRPr sz="975" b="0">
                <a:solidFill>
                  <a:srgbClr val="516579"/>
                </a:solidFill>
              </a:defRPr>
            </a:lvl1pPr>
            <a:lvl2pPr algn="ctr">
              <a:defRPr sz="975" b="0">
                <a:solidFill>
                  <a:srgbClr val="516579"/>
                </a:solidFill>
              </a:defRPr>
            </a:lvl2pPr>
            <a:lvl3pPr algn="ctr">
              <a:defRPr sz="975" b="0">
                <a:solidFill>
                  <a:srgbClr val="516579"/>
                </a:solidFill>
              </a:defRPr>
            </a:lvl3pPr>
            <a:lvl4pPr algn="ctr">
              <a:defRPr sz="975" b="0">
                <a:solidFill>
                  <a:srgbClr val="516579"/>
                </a:solidFill>
              </a:defRPr>
            </a:lvl4pPr>
            <a:lvl5pPr algn="ctr">
              <a:defRPr sz="975" b="0">
                <a:solidFill>
                  <a:srgbClr val="516579"/>
                </a:solidFill>
              </a:defRPr>
            </a:lvl5pPr>
            <a:lvl6pPr algn="ctr">
              <a:defRPr sz="975" b="0">
                <a:solidFill>
                  <a:srgbClr val="516579"/>
                </a:solidFill>
              </a:defRPr>
            </a:lvl6pPr>
            <a:lvl7pPr algn="ctr">
              <a:defRPr sz="975" b="0">
                <a:solidFill>
                  <a:srgbClr val="516579"/>
                </a:solidFill>
              </a:defRPr>
            </a:lvl7pPr>
            <a:lvl8pPr algn="ctr">
              <a:defRPr sz="975" b="0">
                <a:solidFill>
                  <a:srgbClr val="516579"/>
                </a:solidFill>
              </a:defRPr>
            </a:lvl8pPr>
            <a:lvl9pPr algn="ctr">
              <a:defRPr sz="975" b="0">
                <a:solidFill>
                  <a:srgbClr val="516579"/>
                </a:solidFill>
              </a:defRPr>
            </a:lvl9pPr>
          </a:lstStyle>
          <a:p xmlns:a="http://schemas.openxmlformats.org/drawingml/2006/main">
            <a:pPr algn="ctr">
              <a:defRPr sz="975" b="0">
                <a:solidFill>
                  <a:srgbClr val="516579"/>
                </a:solidFill>
              </a:defRPr>
            </a:pPr>
            <a:r>
              <a:rPr sz="975" b="0">
                <a:solidFill>
                  <a:srgbClr val="516579"/>
                </a:solidFill>
              </a:rPr>
              <a:t>emit</a:t>
            </a:r>
          </a:p>
        </p:txBody>
      </p:sp>
      <p:sp>
        <p:nvSpPr>
          <p:cNvPr id="17" name="">
            <a:extLst xmlns:a="http://schemas.openxmlformats.org/drawingml/2006/main">
              <a:ext uri="{FF2B5EF4-FFF2-40B4-BE49-F238E27FC236}">
                <a16:creationId xmlns:a16="http://schemas.microsoft.com/office/drawing/2014/main" id="{09CDA67F-A2C4-4F5F-92EC-ED927EF7A724}"/>
              </a:ext>
            </a:extLst>
          </p:cNvPr>
          <p:cNvSpPr>
            <a:spLocks xmlns:a="http://schemas.openxmlformats.org/drawingml/2006/main" noGrp="1"/>
          </p:cNvSpPr>
          <p:nvPr/>
        </p:nvSpPr>
        <p:spPr>
          <a:xfrm xmlns:a="http://schemas.openxmlformats.org/drawingml/2006/main">
            <a:off x="3248025" y="18954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050" b="1">
                <a:solidFill>
                  <a:srgbClr val="B54745"/>
                </a:solidFill>
              </a:defRPr>
            </a:defPPr>
            <a:lvl1pPr algn="ctr">
              <a:defRPr sz="1050" b="1">
                <a:solidFill>
                  <a:srgbClr val="B54745"/>
                </a:solidFill>
              </a:defRPr>
            </a:lvl1pPr>
            <a:lvl2pPr algn="ctr">
              <a:defRPr sz="1050" b="1">
                <a:solidFill>
                  <a:srgbClr val="B54745"/>
                </a:solidFill>
              </a:defRPr>
            </a:lvl2pPr>
            <a:lvl3pPr algn="ctr">
              <a:defRPr sz="1050" b="1">
                <a:solidFill>
                  <a:srgbClr val="B54745"/>
                </a:solidFill>
              </a:defRPr>
            </a:lvl3pPr>
            <a:lvl4pPr algn="ctr">
              <a:defRPr sz="1050" b="1">
                <a:solidFill>
                  <a:srgbClr val="B54745"/>
                </a:solidFill>
              </a:defRPr>
            </a:lvl4pPr>
            <a:lvl5pPr algn="ctr">
              <a:defRPr sz="1050" b="1">
                <a:solidFill>
                  <a:srgbClr val="B54745"/>
                </a:solidFill>
              </a:defRPr>
            </a:lvl5pPr>
            <a:lvl6pPr algn="ctr">
              <a:defRPr sz="1050" b="1">
                <a:solidFill>
                  <a:srgbClr val="B54745"/>
                </a:solidFill>
              </a:defRPr>
            </a:lvl6pPr>
            <a:lvl7pPr algn="ctr">
              <a:defRPr sz="1050" b="1">
                <a:solidFill>
                  <a:srgbClr val="B54745"/>
                </a:solidFill>
              </a:defRPr>
            </a:lvl7pPr>
            <a:lvl8pPr algn="ctr">
              <a:defRPr sz="1050" b="1">
                <a:solidFill>
                  <a:srgbClr val="B54745"/>
                </a:solidFill>
              </a:defRPr>
            </a:lvl8pPr>
            <a:lvl9pPr algn="ctr">
              <a:defRPr sz="1050" b="1">
                <a:solidFill>
                  <a:srgbClr val="B54745"/>
                </a:solidFill>
              </a:defRPr>
            </a:lvl9pPr>
          </a:lstStyle>
          <a:p xmlns:a="http://schemas.openxmlformats.org/drawingml/2006/main">
            <a:pPr algn="ctr">
              <a:defRPr sz="1050" b="1">
                <a:solidFill>
                  <a:srgbClr val="B54745"/>
                </a:solidFill>
              </a:defRPr>
            </a:pPr>
            <a:r>
              <a:rPr sz="1050" b="1">
                <a:solidFill>
                  <a:srgbClr val="B54745"/>
                </a:solidFill>
              </a:rPr>
              <a:t>TB1</a:t>
            </a:r>
          </a:p>
        </p:txBody>
      </p:sp>
      <p:sp>
        <p:nvSpPr>
          <p:cNvPr id="18" name="">
            <a:extLst xmlns:a="http://schemas.openxmlformats.org/drawingml/2006/main">
              <a:ext uri="{FF2B5EF4-FFF2-40B4-BE49-F238E27FC236}">
                <a16:creationId xmlns:a16="http://schemas.microsoft.com/office/drawing/2014/main" id="{DDA17065-B18A-4927-9748-1230EB7B9AF6}"/>
              </a:ext>
            </a:extLst>
          </p:cNvPr>
          <p:cNvSpPr>
            <a:spLocks xmlns:a="http://schemas.openxmlformats.org/drawingml/2006/main" noGrp="1"/>
          </p:cNvSpPr>
          <p:nvPr/>
        </p:nvSpPr>
        <p:spPr>
          <a:xfrm xmlns:a="http://schemas.openxmlformats.org/drawingml/2006/main" flipH="0" flipV="0">
            <a:off x="5476875" y="2581275"/>
            <a:ext cx="714375" cy="0"/>
          </a:xfrm>
          <a:prstGeom xmlns:a="http://schemas.openxmlformats.org/drawingml/2006/main" prst="line">
            <a:avLst/>
          </a:prstGeom>
          <a:noFill xmlns:a="http://schemas.openxmlformats.org/drawingml/2006/main"/>
          <a:ln xmlns:a="http://schemas.openxmlformats.org/drawingml/2006/main" w="19050">
            <a:solidFill>
              <a:srgbClr val="166B91"/>
            </a:solidFill>
            <a:prstDash val="solid"/>
          </a:ln>
        </p:spPr>
      </p:sp>
      <p:sp>
        <p:nvSpPr>
          <p:cNvPr id="19" name="">
            <a:extLst xmlns:a="http://schemas.openxmlformats.org/drawingml/2006/main">
              <a:ext uri="{FF2B5EF4-FFF2-40B4-BE49-F238E27FC236}">
                <a16:creationId xmlns:a16="http://schemas.microsoft.com/office/drawing/2014/main" id="{1709CE88-FF2D-417B-9C83-199C51A2CB9A}"/>
              </a:ext>
            </a:extLst>
          </p:cNvPr>
          <p:cNvSpPr>
            <a:spLocks xmlns:a="http://schemas.openxmlformats.org/drawingml/2006/main" noGrp="1"/>
          </p:cNvSpPr>
          <p:nvPr/>
        </p:nvSpPr>
        <p:spPr>
          <a:xfrm xmlns:a="http://schemas.openxmlformats.org/drawingml/2006/main">
            <a:off x="5495925" y="2638425"/>
            <a:ext cx="6762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975" b="0">
                <a:solidFill>
                  <a:srgbClr val="516579"/>
                </a:solidFill>
              </a:defRPr>
            </a:defPPr>
            <a:lvl1pPr algn="ctr">
              <a:defRPr sz="975" b="0">
                <a:solidFill>
                  <a:srgbClr val="516579"/>
                </a:solidFill>
              </a:defRPr>
            </a:lvl1pPr>
            <a:lvl2pPr algn="ctr">
              <a:defRPr sz="975" b="0">
                <a:solidFill>
                  <a:srgbClr val="516579"/>
                </a:solidFill>
              </a:defRPr>
            </a:lvl2pPr>
            <a:lvl3pPr algn="ctr">
              <a:defRPr sz="975" b="0">
                <a:solidFill>
                  <a:srgbClr val="516579"/>
                </a:solidFill>
              </a:defRPr>
            </a:lvl3pPr>
            <a:lvl4pPr algn="ctr">
              <a:defRPr sz="975" b="0">
                <a:solidFill>
                  <a:srgbClr val="516579"/>
                </a:solidFill>
              </a:defRPr>
            </a:lvl4pPr>
            <a:lvl5pPr algn="ctr">
              <a:defRPr sz="975" b="0">
                <a:solidFill>
                  <a:srgbClr val="516579"/>
                </a:solidFill>
              </a:defRPr>
            </a:lvl5pPr>
            <a:lvl6pPr algn="ctr">
              <a:defRPr sz="975" b="0">
                <a:solidFill>
                  <a:srgbClr val="516579"/>
                </a:solidFill>
              </a:defRPr>
            </a:lvl6pPr>
            <a:lvl7pPr algn="ctr">
              <a:defRPr sz="975" b="0">
                <a:solidFill>
                  <a:srgbClr val="516579"/>
                </a:solidFill>
              </a:defRPr>
            </a:lvl7pPr>
            <a:lvl8pPr algn="ctr">
              <a:defRPr sz="975" b="0">
                <a:solidFill>
                  <a:srgbClr val="516579"/>
                </a:solidFill>
              </a:defRPr>
            </a:lvl8pPr>
            <a:lvl9pPr algn="ctr">
              <a:defRPr sz="975" b="0">
                <a:solidFill>
                  <a:srgbClr val="516579"/>
                </a:solidFill>
              </a:defRPr>
            </a:lvl9pPr>
          </a:lstStyle>
          <a:p xmlns:a="http://schemas.openxmlformats.org/drawingml/2006/main">
            <a:pPr algn="ctr">
              <a:defRPr sz="975" b="0">
                <a:solidFill>
                  <a:srgbClr val="516579"/>
                </a:solidFill>
              </a:defRPr>
            </a:pPr>
            <a:r>
              <a:rPr sz="975" b="0">
                <a:solidFill>
                  <a:srgbClr val="516579"/>
                </a:solidFill>
              </a:rPr>
              <a:t>bounded read</a:t>
            </a:r>
          </a:p>
        </p:txBody>
      </p:sp>
      <p:sp>
        <p:nvSpPr>
          <p:cNvPr id="20" name="">
            <a:extLst xmlns:a="http://schemas.openxmlformats.org/drawingml/2006/main">
              <a:ext uri="{FF2B5EF4-FFF2-40B4-BE49-F238E27FC236}">
                <a16:creationId xmlns:a16="http://schemas.microsoft.com/office/drawing/2014/main" id="{05E394BC-D2FF-46F8-994C-88CDA3ACF6F5}"/>
              </a:ext>
            </a:extLst>
          </p:cNvPr>
          <p:cNvSpPr>
            <a:spLocks xmlns:a="http://schemas.openxmlformats.org/drawingml/2006/main" noGrp="1"/>
          </p:cNvSpPr>
          <p:nvPr/>
        </p:nvSpPr>
        <p:spPr>
          <a:xfrm xmlns:a="http://schemas.openxmlformats.org/drawingml/2006/main">
            <a:off x="5962650" y="18954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050" b="1">
                <a:solidFill>
                  <a:srgbClr val="B54745"/>
                </a:solidFill>
              </a:defRPr>
            </a:defPPr>
            <a:lvl1pPr algn="ctr">
              <a:defRPr sz="1050" b="1">
                <a:solidFill>
                  <a:srgbClr val="B54745"/>
                </a:solidFill>
              </a:defRPr>
            </a:lvl1pPr>
            <a:lvl2pPr algn="ctr">
              <a:defRPr sz="1050" b="1">
                <a:solidFill>
                  <a:srgbClr val="B54745"/>
                </a:solidFill>
              </a:defRPr>
            </a:lvl2pPr>
            <a:lvl3pPr algn="ctr">
              <a:defRPr sz="1050" b="1">
                <a:solidFill>
                  <a:srgbClr val="B54745"/>
                </a:solidFill>
              </a:defRPr>
            </a:lvl3pPr>
            <a:lvl4pPr algn="ctr">
              <a:defRPr sz="1050" b="1">
                <a:solidFill>
                  <a:srgbClr val="B54745"/>
                </a:solidFill>
              </a:defRPr>
            </a:lvl4pPr>
            <a:lvl5pPr algn="ctr">
              <a:defRPr sz="1050" b="1">
                <a:solidFill>
                  <a:srgbClr val="B54745"/>
                </a:solidFill>
              </a:defRPr>
            </a:lvl5pPr>
            <a:lvl6pPr algn="ctr">
              <a:defRPr sz="1050" b="1">
                <a:solidFill>
                  <a:srgbClr val="B54745"/>
                </a:solidFill>
              </a:defRPr>
            </a:lvl6pPr>
            <a:lvl7pPr algn="ctr">
              <a:defRPr sz="1050" b="1">
                <a:solidFill>
                  <a:srgbClr val="B54745"/>
                </a:solidFill>
              </a:defRPr>
            </a:lvl7pPr>
            <a:lvl8pPr algn="ctr">
              <a:defRPr sz="1050" b="1">
                <a:solidFill>
                  <a:srgbClr val="B54745"/>
                </a:solidFill>
              </a:defRPr>
            </a:lvl8pPr>
            <a:lvl9pPr algn="ctr">
              <a:defRPr sz="1050" b="1">
                <a:solidFill>
                  <a:srgbClr val="B54745"/>
                </a:solidFill>
              </a:defRPr>
            </a:lvl9pPr>
          </a:lstStyle>
          <a:p xmlns:a="http://schemas.openxmlformats.org/drawingml/2006/main">
            <a:pPr algn="ctr">
              <a:defRPr sz="1050" b="1">
                <a:solidFill>
                  <a:srgbClr val="B54745"/>
                </a:solidFill>
              </a:defRPr>
            </a:pPr>
            <a:r>
              <a:rPr sz="1050" b="1">
                <a:solidFill>
                  <a:srgbClr val="B54745"/>
                </a:solidFill>
              </a:rPr>
              <a:t>TB2</a:t>
            </a:r>
          </a:p>
        </p:txBody>
      </p:sp>
      <p:sp>
        <p:nvSpPr>
          <p:cNvPr id="21" name="">
            <a:extLst xmlns:a="http://schemas.openxmlformats.org/drawingml/2006/main">
              <a:ext uri="{FF2B5EF4-FFF2-40B4-BE49-F238E27FC236}">
                <a16:creationId xmlns:a16="http://schemas.microsoft.com/office/drawing/2014/main" id="{C6B607F8-523F-4017-89CB-F4E54706EB25}"/>
              </a:ext>
            </a:extLst>
          </p:cNvPr>
          <p:cNvSpPr>
            <a:spLocks xmlns:a="http://schemas.openxmlformats.org/drawingml/2006/main" noGrp="1"/>
          </p:cNvSpPr>
          <p:nvPr/>
        </p:nvSpPr>
        <p:spPr>
          <a:xfrm xmlns:a="http://schemas.openxmlformats.org/drawingml/2006/main" flipH="0" flipV="0">
            <a:off x="8191500" y="2581275"/>
            <a:ext cx="714375" cy="0"/>
          </a:xfrm>
          <a:prstGeom xmlns:a="http://schemas.openxmlformats.org/drawingml/2006/main" prst="line">
            <a:avLst/>
          </a:prstGeom>
          <a:noFill xmlns:a="http://schemas.openxmlformats.org/drawingml/2006/main"/>
          <a:ln xmlns:a="http://schemas.openxmlformats.org/drawingml/2006/main" w="19050">
            <a:solidFill>
              <a:srgbClr val="166B91"/>
            </a:solidFill>
            <a:prstDash val="solid"/>
          </a:ln>
        </p:spPr>
      </p:sp>
      <p:sp>
        <p:nvSpPr>
          <p:cNvPr id="22" name="">
            <a:extLst xmlns:a="http://schemas.openxmlformats.org/drawingml/2006/main">
              <a:ext uri="{FF2B5EF4-FFF2-40B4-BE49-F238E27FC236}">
                <a16:creationId xmlns:a16="http://schemas.microsoft.com/office/drawing/2014/main" id="{76BE3DC9-071B-480B-AC48-5C5E67CBF2B8}"/>
              </a:ext>
            </a:extLst>
          </p:cNvPr>
          <p:cNvSpPr>
            <a:spLocks xmlns:a="http://schemas.openxmlformats.org/drawingml/2006/main" noGrp="1"/>
          </p:cNvSpPr>
          <p:nvPr/>
        </p:nvSpPr>
        <p:spPr>
          <a:xfrm xmlns:a="http://schemas.openxmlformats.org/drawingml/2006/main">
            <a:off x="8210550" y="2638425"/>
            <a:ext cx="6762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975" b="0">
                <a:solidFill>
                  <a:srgbClr val="516579"/>
                </a:solidFill>
              </a:defRPr>
            </a:defPPr>
            <a:lvl1pPr algn="ctr">
              <a:defRPr sz="975" b="0">
                <a:solidFill>
                  <a:srgbClr val="516579"/>
                </a:solidFill>
              </a:defRPr>
            </a:lvl1pPr>
            <a:lvl2pPr algn="ctr">
              <a:defRPr sz="975" b="0">
                <a:solidFill>
                  <a:srgbClr val="516579"/>
                </a:solidFill>
              </a:defRPr>
            </a:lvl2pPr>
            <a:lvl3pPr algn="ctr">
              <a:defRPr sz="975" b="0">
                <a:solidFill>
                  <a:srgbClr val="516579"/>
                </a:solidFill>
              </a:defRPr>
            </a:lvl3pPr>
            <a:lvl4pPr algn="ctr">
              <a:defRPr sz="975" b="0">
                <a:solidFill>
                  <a:srgbClr val="516579"/>
                </a:solidFill>
              </a:defRPr>
            </a:lvl4pPr>
            <a:lvl5pPr algn="ctr">
              <a:defRPr sz="975" b="0">
                <a:solidFill>
                  <a:srgbClr val="516579"/>
                </a:solidFill>
              </a:defRPr>
            </a:lvl5pPr>
            <a:lvl6pPr algn="ctr">
              <a:defRPr sz="975" b="0">
                <a:solidFill>
                  <a:srgbClr val="516579"/>
                </a:solidFill>
              </a:defRPr>
            </a:lvl6pPr>
            <a:lvl7pPr algn="ctr">
              <a:defRPr sz="975" b="0">
                <a:solidFill>
                  <a:srgbClr val="516579"/>
                </a:solidFill>
              </a:defRPr>
            </a:lvl7pPr>
            <a:lvl8pPr algn="ctr">
              <a:defRPr sz="975" b="0">
                <a:solidFill>
                  <a:srgbClr val="516579"/>
                </a:solidFill>
              </a:defRPr>
            </a:lvl8pPr>
            <a:lvl9pPr algn="ctr">
              <a:defRPr sz="975" b="0">
                <a:solidFill>
                  <a:srgbClr val="516579"/>
                </a:solidFill>
              </a:defRPr>
            </a:lvl9pPr>
          </a:lstStyle>
          <a:p xmlns:a="http://schemas.openxmlformats.org/drawingml/2006/main">
            <a:pPr algn="ctr">
              <a:defRPr sz="975" b="0">
                <a:solidFill>
                  <a:srgbClr val="516579"/>
                </a:solidFill>
              </a:defRPr>
            </a:pPr>
            <a:r>
              <a:rPr sz="975" b="0">
                <a:solidFill>
                  <a:srgbClr val="516579"/>
                </a:solidFill>
              </a:rPr>
              <a:t>minimized evidence</a:t>
            </a:r>
          </a:p>
        </p:txBody>
      </p:sp>
      <p:sp>
        <p:nvSpPr>
          <p:cNvPr id="23" name="">
            <a:extLst xmlns:a="http://schemas.openxmlformats.org/drawingml/2006/main">
              <a:ext uri="{FF2B5EF4-FFF2-40B4-BE49-F238E27FC236}">
                <a16:creationId xmlns:a16="http://schemas.microsoft.com/office/drawing/2014/main" id="{FBB41BED-533F-4F65-9E73-416BF3D57C82}"/>
              </a:ext>
            </a:extLst>
          </p:cNvPr>
          <p:cNvSpPr>
            <a:spLocks xmlns:a="http://schemas.openxmlformats.org/drawingml/2006/main" noGrp="1"/>
          </p:cNvSpPr>
          <p:nvPr/>
        </p:nvSpPr>
        <p:spPr>
          <a:xfrm xmlns:a="http://schemas.openxmlformats.org/drawingml/2006/main">
            <a:off x="8677275" y="1895475"/>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050" b="1">
                <a:solidFill>
                  <a:srgbClr val="B54745"/>
                </a:solidFill>
              </a:defRPr>
            </a:defPPr>
            <a:lvl1pPr algn="ctr">
              <a:defRPr sz="1050" b="1">
                <a:solidFill>
                  <a:srgbClr val="B54745"/>
                </a:solidFill>
              </a:defRPr>
            </a:lvl1pPr>
            <a:lvl2pPr algn="ctr">
              <a:defRPr sz="1050" b="1">
                <a:solidFill>
                  <a:srgbClr val="B54745"/>
                </a:solidFill>
              </a:defRPr>
            </a:lvl2pPr>
            <a:lvl3pPr algn="ctr">
              <a:defRPr sz="1050" b="1">
                <a:solidFill>
                  <a:srgbClr val="B54745"/>
                </a:solidFill>
              </a:defRPr>
            </a:lvl3pPr>
            <a:lvl4pPr algn="ctr">
              <a:defRPr sz="1050" b="1">
                <a:solidFill>
                  <a:srgbClr val="B54745"/>
                </a:solidFill>
              </a:defRPr>
            </a:lvl4pPr>
            <a:lvl5pPr algn="ctr">
              <a:defRPr sz="1050" b="1">
                <a:solidFill>
                  <a:srgbClr val="B54745"/>
                </a:solidFill>
              </a:defRPr>
            </a:lvl5pPr>
            <a:lvl6pPr algn="ctr">
              <a:defRPr sz="1050" b="1">
                <a:solidFill>
                  <a:srgbClr val="B54745"/>
                </a:solidFill>
              </a:defRPr>
            </a:lvl6pPr>
            <a:lvl7pPr algn="ctr">
              <a:defRPr sz="1050" b="1">
                <a:solidFill>
                  <a:srgbClr val="B54745"/>
                </a:solidFill>
              </a:defRPr>
            </a:lvl7pPr>
            <a:lvl8pPr algn="ctr">
              <a:defRPr sz="1050" b="1">
                <a:solidFill>
                  <a:srgbClr val="B54745"/>
                </a:solidFill>
              </a:defRPr>
            </a:lvl8pPr>
            <a:lvl9pPr algn="ctr">
              <a:defRPr sz="1050" b="1">
                <a:solidFill>
                  <a:srgbClr val="B54745"/>
                </a:solidFill>
              </a:defRPr>
            </a:lvl9pPr>
          </a:lstStyle>
          <a:p xmlns:a="http://schemas.openxmlformats.org/drawingml/2006/main">
            <a:pPr algn="ctr">
              <a:defRPr sz="1050" b="1">
                <a:solidFill>
                  <a:srgbClr val="B54745"/>
                </a:solidFill>
              </a:defRPr>
            </a:pPr>
            <a:r>
              <a:rPr sz="1050" b="1">
                <a:solidFill>
                  <a:srgbClr val="B54745"/>
                </a:solidFill>
              </a:rPr>
              <a:t>TB3</a:t>
            </a:r>
          </a:p>
        </p:txBody>
      </p:sp>
      <p:sp>
        <p:nvSpPr>
          <p:cNvPr id="24" name="">
            <a:extLst xmlns:a="http://schemas.openxmlformats.org/drawingml/2006/main">
              <a:ext uri="{FF2B5EF4-FFF2-40B4-BE49-F238E27FC236}">
                <a16:creationId xmlns:a16="http://schemas.microsoft.com/office/drawing/2014/main" id="{405B2197-3086-4634-A32B-FBDA2962D238}"/>
              </a:ext>
            </a:extLst>
          </p:cNvPr>
          <p:cNvSpPr>
            <a:spLocks xmlns:a="http://schemas.openxmlformats.org/drawingml/2006/main" noGrp="1"/>
          </p:cNvSpPr>
          <p:nvPr/>
        </p:nvSpPr>
        <p:spPr>
          <a:xfrm xmlns:a="http://schemas.openxmlformats.org/drawingml/2006/main">
            <a:off x="3476625" y="3905250"/>
            <a:ext cx="2476500" cy="762000"/>
          </a:xfrm>
          <a:prstGeom xmlns:a="http://schemas.openxmlformats.org/drawingml/2006/main" prst="roundRect">
            <a:avLst>
              <a:gd name="adj" fmla="val 10000"/>
            </a:avLst>
          </a:prstGeom>
          <a:solidFill xmlns:a="http://schemas.openxmlformats.org/drawingml/2006/main">
            <a:srgbClr val="EAF2F6"/>
          </a:solidFill>
          <a:ln xmlns:a="http://schemas.openxmlformats.org/drawingml/2006/main" w="11430">
            <a:solidFill>
              <a:srgbClr val="B9C9D5"/>
            </a:solidFill>
            <a:prstDash val="solid"/>
          </a:ln>
        </p:spPr>
      </p:sp>
      <p:sp>
        <p:nvSpPr>
          <p:cNvPr id="25" name="">
            <a:extLst xmlns:a="http://schemas.openxmlformats.org/drawingml/2006/main">
              <a:ext uri="{FF2B5EF4-FFF2-40B4-BE49-F238E27FC236}">
                <a16:creationId xmlns:a16="http://schemas.microsoft.com/office/drawing/2014/main" id="{F882B0B8-C8BB-43BE-8F2E-8507E5106AFD}"/>
              </a:ext>
            </a:extLst>
          </p:cNvPr>
          <p:cNvSpPr>
            <a:spLocks xmlns:a="http://schemas.openxmlformats.org/drawingml/2006/main" noGrp="1"/>
          </p:cNvSpPr>
          <p:nvPr/>
        </p:nvSpPr>
        <p:spPr>
          <a:xfrm xmlns:a="http://schemas.openxmlformats.org/drawingml/2006/main">
            <a:off x="3571875" y="3981450"/>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Ticketing tool</a:t>
            </a:r>
          </a:p>
          <a:p xmlns:a="http://schemas.openxmlformats.org/drawingml/2006/main">
            <a:pPr algn="ctr">
              <a:defRPr sz="1500" b="1">
                <a:solidFill>
                  <a:srgbClr val="17324D"/>
                </a:solidFill>
              </a:defRPr>
            </a:pPr>
            <a:r>
              <a:rPr sz="1500" b="1">
                <a:solidFill>
                  <a:srgbClr val="17324D"/>
                </a:solidFill>
              </a:rPr>
              <a:t>scoped read + draft write</a:t>
            </a:r>
          </a:p>
        </p:txBody>
      </p:sp>
      <p:sp>
        <p:nvSpPr>
          <p:cNvPr id="26" name="">
            <a:extLst xmlns:a="http://schemas.openxmlformats.org/drawingml/2006/main">
              <a:ext uri="{FF2B5EF4-FFF2-40B4-BE49-F238E27FC236}">
                <a16:creationId xmlns:a16="http://schemas.microsoft.com/office/drawing/2014/main" id="{C21C7B5D-B4E7-494C-A1C8-F7685432CEBF}"/>
              </a:ext>
            </a:extLst>
          </p:cNvPr>
          <p:cNvSpPr>
            <a:spLocks xmlns:a="http://schemas.openxmlformats.org/drawingml/2006/main" noGrp="1"/>
          </p:cNvSpPr>
          <p:nvPr/>
        </p:nvSpPr>
        <p:spPr>
          <a:xfrm xmlns:a="http://schemas.openxmlformats.org/drawingml/2006/main" flipH="0" flipV="1">
            <a:off x="4714875" y="2971800"/>
            <a:ext cx="0" cy="933450"/>
          </a:xfrm>
          <a:prstGeom xmlns:a="http://schemas.openxmlformats.org/drawingml/2006/main" prst="line">
            <a:avLst/>
          </a:prstGeom>
          <a:noFill xmlns:a="http://schemas.openxmlformats.org/drawingml/2006/main"/>
          <a:ln xmlns:a="http://schemas.openxmlformats.org/drawingml/2006/main" w="16193">
            <a:solidFill>
              <a:srgbClr val="166B91"/>
            </a:solidFill>
            <a:prstDash val="solid"/>
          </a:ln>
        </p:spPr>
      </p:sp>
      <p:sp>
        <p:nvSpPr>
          <p:cNvPr id="27" name="">
            <a:extLst xmlns:a="http://schemas.openxmlformats.org/drawingml/2006/main">
              <a:ext uri="{FF2B5EF4-FFF2-40B4-BE49-F238E27FC236}">
                <a16:creationId xmlns:a16="http://schemas.microsoft.com/office/drawing/2014/main" id="{4425CA62-C81F-47B7-9763-3F63229F98E6}"/>
              </a:ext>
            </a:extLst>
          </p:cNvPr>
          <p:cNvSpPr>
            <a:spLocks xmlns:a="http://schemas.openxmlformats.org/drawingml/2006/main" noGrp="1"/>
          </p:cNvSpPr>
          <p:nvPr/>
        </p:nvSpPr>
        <p:spPr>
          <a:xfrm xmlns:a="http://schemas.openxmlformats.org/drawingml/2006/main">
            <a:off x="4810125" y="33718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975" b="1">
                <a:solidFill>
                  <a:srgbClr val="B54745"/>
                </a:solidFill>
              </a:defRPr>
            </a:defPPr>
            <a:lvl1pPr algn="l">
              <a:defRPr sz="975" b="1">
                <a:solidFill>
                  <a:srgbClr val="B54745"/>
                </a:solidFill>
              </a:defRPr>
            </a:lvl1pPr>
            <a:lvl2pPr algn="l">
              <a:defRPr sz="975" b="1">
                <a:solidFill>
                  <a:srgbClr val="B54745"/>
                </a:solidFill>
              </a:defRPr>
            </a:lvl2pPr>
            <a:lvl3pPr algn="l">
              <a:defRPr sz="975" b="1">
                <a:solidFill>
                  <a:srgbClr val="B54745"/>
                </a:solidFill>
              </a:defRPr>
            </a:lvl3pPr>
            <a:lvl4pPr algn="l">
              <a:defRPr sz="975" b="1">
                <a:solidFill>
                  <a:srgbClr val="B54745"/>
                </a:solidFill>
              </a:defRPr>
            </a:lvl4pPr>
            <a:lvl5pPr algn="l">
              <a:defRPr sz="975" b="1">
                <a:solidFill>
                  <a:srgbClr val="B54745"/>
                </a:solidFill>
              </a:defRPr>
            </a:lvl5pPr>
            <a:lvl6pPr algn="l">
              <a:defRPr sz="975" b="1">
                <a:solidFill>
                  <a:srgbClr val="B54745"/>
                </a:solidFill>
              </a:defRPr>
            </a:lvl6pPr>
            <a:lvl7pPr algn="l">
              <a:defRPr sz="975" b="1">
                <a:solidFill>
                  <a:srgbClr val="B54745"/>
                </a:solidFill>
              </a:defRPr>
            </a:lvl7pPr>
            <a:lvl8pPr algn="l">
              <a:defRPr sz="975" b="1">
                <a:solidFill>
                  <a:srgbClr val="B54745"/>
                </a:solidFill>
              </a:defRPr>
            </a:lvl8pPr>
            <a:lvl9pPr algn="l">
              <a:defRPr sz="975" b="1">
                <a:solidFill>
                  <a:srgbClr val="B54745"/>
                </a:solidFill>
              </a:defRPr>
            </a:lvl9pPr>
          </a:lstStyle>
          <a:p xmlns:a="http://schemas.openxmlformats.org/drawingml/2006/main">
            <a:pPr algn="l">
              <a:defRPr sz="975" b="1">
                <a:solidFill>
                  <a:srgbClr val="B54745"/>
                </a:solidFill>
              </a:defRPr>
            </a:pPr>
            <a:r>
              <a:rPr sz="975" b="1">
                <a:solidFill>
                  <a:srgbClr val="B54745"/>
                </a:solidFill>
              </a:rPr>
              <a:t>TB4</a:t>
            </a:r>
          </a:p>
        </p:txBody>
      </p:sp>
      <p:sp>
        <p:nvSpPr>
          <p:cNvPr id="28" name="">
            <a:extLst xmlns:a="http://schemas.openxmlformats.org/drawingml/2006/main">
              <a:ext uri="{FF2B5EF4-FFF2-40B4-BE49-F238E27FC236}">
                <a16:creationId xmlns:a16="http://schemas.microsoft.com/office/drawing/2014/main" id="{845A8AD0-95EC-479B-8EF4-C5509E130608}"/>
              </a:ext>
            </a:extLst>
          </p:cNvPr>
          <p:cNvSpPr>
            <a:spLocks xmlns:a="http://schemas.openxmlformats.org/drawingml/2006/main" noGrp="1"/>
          </p:cNvSpPr>
          <p:nvPr/>
        </p:nvSpPr>
        <p:spPr>
          <a:xfrm xmlns:a="http://schemas.openxmlformats.org/drawingml/2006/main">
            <a:off x="8905875" y="3476625"/>
            <a:ext cx="2000250" cy="742950"/>
          </a:xfrm>
          <a:prstGeom xmlns:a="http://schemas.openxmlformats.org/drawingml/2006/main" prst="roundRect">
            <a:avLst>
              <a:gd name="adj" fmla="val 10256"/>
            </a:avLst>
          </a:prstGeom>
          <a:solidFill xmlns:a="http://schemas.openxmlformats.org/drawingml/2006/main">
            <a:srgbClr val="EAF2F6"/>
          </a:solidFill>
          <a:ln xmlns:a="http://schemas.openxmlformats.org/drawingml/2006/main" w="11430">
            <a:solidFill>
              <a:srgbClr val="B9C9D5"/>
            </a:solidFill>
            <a:prstDash val="solid"/>
          </a:ln>
        </p:spPr>
      </p:sp>
      <p:sp>
        <p:nvSpPr>
          <p:cNvPr id="29" name="">
            <a:extLst xmlns:a="http://schemas.openxmlformats.org/drawingml/2006/main">
              <a:ext uri="{FF2B5EF4-FFF2-40B4-BE49-F238E27FC236}">
                <a16:creationId xmlns:a16="http://schemas.microsoft.com/office/drawing/2014/main" id="{98A79BFB-58B9-4BA1-9632-A7AFB817AF4E}"/>
              </a:ext>
            </a:extLst>
          </p:cNvPr>
          <p:cNvSpPr>
            <a:spLocks xmlns:a="http://schemas.openxmlformats.org/drawingml/2006/main" noGrp="1"/>
          </p:cNvSpPr>
          <p:nvPr/>
        </p:nvSpPr>
        <p:spPr>
          <a:xfrm xmlns:a="http://schemas.openxmlformats.org/drawingml/2006/main">
            <a:off x="9001125" y="3552825"/>
            <a:ext cx="1809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Cloud model</a:t>
            </a:r>
          </a:p>
          <a:p xmlns:a="http://schemas.openxmlformats.org/drawingml/2006/main">
            <a:pPr algn="ctr">
              <a:defRPr sz="1500" b="1">
                <a:solidFill>
                  <a:srgbClr val="17324D"/>
                </a:solidFill>
              </a:defRPr>
            </a:pPr>
            <a:r>
              <a:rPr sz="1500" b="1">
                <a:solidFill>
                  <a:srgbClr val="17324D"/>
                </a:solidFill>
              </a:rPr>
              <a:t>no credentials or tools</a:t>
            </a:r>
          </a:p>
        </p:txBody>
      </p:sp>
      <p:sp>
        <p:nvSpPr>
          <p:cNvPr id="30" name="">
            <a:extLst xmlns:a="http://schemas.openxmlformats.org/drawingml/2006/main">
              <a:ext uri="{FF2B5EF4-FFF2-40B4-BE49-F238E27FC236}">
                <a16:creationId xmlns:a16="http://schemas.microsoft.com/office/drawing/2014/main" id="{6A9A2208-F36B-4179-800C-BDB833D52ABB}"/>
              </a:ext>
            </a:extLst>
          </p:cNvPr>
          <p:cNvSpPr>
            <a:spLocks xmlns:a="http://schemas.openxmlformats.org/drawingml/2006/main" noGrp="1"/>
          </p:cNvSpPr>
          <p:nvPr/>
        </p:nvSpPr>
        <p:spPr>
          <a:xfrm xmlns:a="http://schemas.openxmlformats.org/drawingml/2006/main" flipH="0" flipV="0">
            <a:off x="9906000" y="2971800"/>
            <a:ext cx="0" cy="504825"/>
          </a:xfrm>
          <a:prstGeom xmlns:a="http://schemas.openxmlformats.org/drawingml/2006/main" prst="line">
            <a:avLst/>
          </a:prstGeom>
          <a:noFill xmlns:a="http://schemas.openxmlformats.org/drawingml/2006/main"/>
          <a:ln xmlns:a="http://schemas.openxmlformats.org/drawingml/2006/main" w="19050">
            <a:solidFill>
              <a:srgbClr val="166B91"/>
            </a:solidFill>
            <a:prstDash val="solid"/>
          </a:ln>
        </p:spPr>
      </p:sp>
      <p:sp>
        <p:nvSpPr>
          <p:cNvPr id="31" name="">
            <a:extLst xmlns:a="http://schemas.openxmlformats.org/drawingml/2006/main">
              <a:ext uri="{FF2B5EF4-FFF2-40B4-BE49-F238E27FC236}">
                <a16:creationId xmlns:a16="http://schemas.microsoft.com/office/drawing/2014/main" id="{1165B0D8-FC56-4BE0-B2D3-A408B7FA9100}"/>
              </a:ext>
            </a:extLst>
          </p:cNvPr>
          <p:cNvSpPr>
            <a:spLocks xmlns:a="http://schemas.openxmlformats.org/drawingml/2006/main" noGrp="1"/>
          </p:cNvSpPr>
          <p:nvPr/>
        </p:nvSpPr>
        <p:spPr>
          <a:xfrm xmlns:a="http://schemas.openxmlformats.org/drawingml/2006/main">
            <a:off x="9982200" y="3105150"/>
            <a:ext cx="1428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975" b="0">
                <a:solidFill>
                  <a:srgbClr val="516579"/>
                </a:solidFill>
              </a:defRPr>
            </a:defPPr>
            <a:lvl1pPr algn="l">
              <a:defRPr sz="975" b="0">
                <a:solidFill>
                  <a:srgbClr val="516579"/>
                </a:solidFill>
              </a:defRPr>
            </a:lvl1pPr>
            <a:lvl2pPr algn="l">
              <a:defRPr sz="975" b="0">
                <a:solidFill>
                  <a:srgbClr val="516579"/>
                </a:solidFill>
              </a:defRPr>
            </a:lvl2pPr>
            <a:lvl3pPr algn="l">
              <a:defRPr sz="975" b="0">
                <a:solidFill>
                  <a:srgbClr val="516579"/>
                </a:solidFill>
              </a:defRPr>
            </a:lvl3pPr>
            <a:lvl4pPr algn="l">
              <a:defRPr sz="975" b="0">
                <a:solidFill>
                  <a:srgbClr val="516579"/>
                </a:solidFill>
              </a:defRPr>
            </a:lvl4pPr>
            <a:lvl5pPr algn="l">
              <a:defRPr sz="975" b="0">
                <a:solidFill>
                  <a:srgbClr val="516579"/>
                </a:solidFill>
              </a:defRPr>
            </a:lvl5pPr>
            <a:lvl6pPr algn="l">
              <a:defRPr sz="975" b="0">
                <a:solidFill>
                  <a:srgbClr val="516579"/>
                </a:solidFill>
              </a:defRPr>
            </a:lvl6pPr>
            <a:lvl7pPr algn="l">
              <a:defRPr sz="975" b="0">
                <a:solidFill>
                  <a:srgbClr val="516579"/>
                </a:solidFill>
              </a:defRPr>
            </a:lvl7pPr>
            <a:lvl8pPr algn="l">
              <a:defRPr sz="975" b="0">
                <a:solidFill>
                  <a:srgbClr val="516579"/>
                </a:solidFill>
              </a:defRPr>
            </a:lvl8pPr>
            <a:lvl9pPr algn="l">
              <a:defRPr sz="975" b="0">
                <a:solidFill>
                  <a:srgbClr val="516579"/>
                </a:solidFill>
              </a:defRPr>
            </a:lvl9pPr>
          </a:lstStyle>
          <a:p xmlns:a="http://schemas.openxmlformats.org/drawingml/2006/main">
            <a:pPr algn="l">
              <a:defRPr sz="975" b="0">
                <a:solidFill>
                  <a:srgbClr val="516579"/>
                </a:solidFill>
              </a:defRPr>
            </a:pPr>
            <a:r>
              <a:rPr sz="975" b="0">
                <a:solidFill>
                  <a:srgbClr val="516579"/>
                </a:solidFill>
              </a:rPr>
              <a:t>masked prompt / schema</a:t>
            </a:r>
          </a:p>
        </p:txBody>
      </p:sp>
      <p:sp>
        <p:nvSpPr>
          <p:cNvPr id="32" name="">
            <a:extLst xmlns:a="http://schemas.openxmlformats.org/drawingml/2006/main">
              <a:ext uri="{FF2B5EF4-FFF2-40B4-BE49-F238E27FC236}">
                <a16:creationId xmlns:a16="http://schemas.microsoft.com/office/drawing/2014/main" id="{ECBDC470-34D7-4C5F-AC02-A75AA40CDACB}"/>
              </a:ext>
            </a:extLst>
          </p:cNvPr>
          <p:cNvSpPr>
            <a:spLocks xmlns:a="http://schemas.openxmlformats.org/drawingml/2006/main" noGrp="1"/>
          </p:cNvSpPr>
          <p:nvPr/>
        </p:nvSpPr>
        <p:spPr>
          <a:xfrm xmlns:a="http://schemas.openxmlformats.org/drawingml/2006/main">
            <a:off x="8905875" y="4476750"/>
            <a:ext cx="2381250" cy="742950"/>
          </a:xfrm>
          <a:prstGeom xmlns:a="http://schemas.openxmlformats.org/drawingml/2006/main" prst="roundRect">
            <a:avLst>
              <a:gd name="adj" fmla="val 10256"/>
            </a:avLst>
          </a:prstGeom>
          <a:solidFill xmlns:a="http://schemas.openxmlformats.org/drawingml/2006/main">
            <a:srgbClr val="EAF2F6"/>
          </a:solidFill>
          <a:ln xmlns:a="http://schemas.openxmlformats.org/drawingml/2006/main" w="11430">
            <a:solidFill>
              <a:srgbClr val="B9C9D5"/>
            </a:solidFill>
            <a:prstDash val="solid"/>
          </a:ln>
        </p:spPr>
      </p:sp>
      <p:sp>
        <p:nvSpPr>
          <p:cNvPr id="33" name="">
            <a:extLst xmlns:a="http://schemas.openxmlformats.org/drawingml/2006/main">
              <a:ext uri="{FF2B5EF4-FFF2-40B4-BE49-F238E27FC236}">
                <a16:creationId xmlns:a16="http://schemas.microsoft.com/office/drawing/2014/main" id="{D1794DA9-4B12-4CF5-A594-C1713E494E3F}"/>
              </a:ext>
            </a:extLst>
          </p:cNvPr>
          <p:cNvSpPr>
            <a:spLocks xmlns:a="http://schemas.openxmlformats.org/drawingml/2006/main" noGrp="1"/>
          </p:cNvSpPr>
          <p:nvPr/>
        </p:nvSpPr>
        <p:spPr>
          <a:xfrm xmlns:a="http://schemas.openxmlformats.org/drawingml/2006/main">
            <a:off x="9001125" y="455295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Independent action broker</a:t>
            </a:r>
          </a:p>
          <a:p xmlns:a="http://schemas.openxmlformats.org/drawingml/2006/main">
            <a:pPr algn="ctr">
              <a:defRPr sz="1500" b="1">
                <a:solidFill>
                  <a:srgbClr val="17324D"/>
                </a:solidFill>
              </a:defRPr>
            </a:pPr>
            <a:r>
              <a:rPr sz="1500" b="1">
                <a:solidFill>
                  <a:srgbClr val="17324D"/>
                </a:solidFill>
              </a:rPr>
              <a:t>policy + approval + target cap</a:t>
            </a:r>
          </a:p>
        </p:txBody>
      </p:sp>
      <p:sp>
        <p:nvSpPr>
          <p:cNvPr id="34" name="">
            <a:extLst xmlns:a="http://schemas.openxmlformats.org/drawingml/2006/main">
              <a:ext uri="{FF2B5EF4-FFF2-40B4-BE49-F238E27FC236}">
                <a16:creationId xmlns:a16="http://schemas.microsoft.com/office/drawing/2014/main" id="{9F53B7A1-3B60-4056-A48C-CD4EA3C9DC6A}"/>
              </a:ext>
            </a:extLst>
          </p:cNvPr>
          <p:cNvSpPr>
            <a:spLocks xmlns:a="http://schemas.openxmlformats.org/drawingml/2006/main" noGrp="1"/>
          </p:cNvSpPr>
          <p:nvPr/>
        </p:nvSpPr>
        <p:spPr>
          <a:xfrm xmlns:a="http://schemas.openxmlformats.org/drawingml/2006/main" flipH="0" flipV="0">
            <a:off x="10096500" y="4219575"/>
            <a:ext cx="0" cy="257175"/>
          </a:xfrm>
          <a:prstGeom xmlns:a="http://schemas.openxmlformats.org/drawingml/2006/main" prst="line">
            <a:avLst/>
          </a:prstGeom>
          <a:noFill xmlns:a="http://schemas.openxmlformats.org/drawingml/2006/main"/>
          <a:ln xmlns:a="http://schemas.openxmlformats.org/drawingml/2006/main" w="19050">
            <a:solidFill>
              <a:srgbClr val="B54745"/>
            </a:solidFill>
            <a:prstDash val="solid"/>
          </a:ln>
        </p:spPr>
      </p:sp>
      <p:sp>
        <p:nvSpPr>
          <p:cNvPr id="35" name="">
            <a:extLst xmlns:a="http://schemas.openxmlformats.org/drawingml/2006/main">
              <a:ext uri="{FF2B5EF4-FFF2-40B4-BE49-F238E27FC236}">
                <a16:creationId xmlns:a16="http://schemas.microsoft.com/office/drawing/2014/main" id="{5B977D3F-9E5B-486D-BBD4-ADCE9F59C3B7}"/>
              </a:ext>
            </a:extLst>
          </p:cNvPr>
          <p:cNvSpPr>
            <a:spLocks xmlns:a="http://schemas.openxmlformats.org/drawingml/2006/main" noGrp="1"/>
          </p:cNvSpPr>
          <p:nvPr/>
        </p:nvSpPr>
        <p:spPr>
          <a:xfrm xmlns:a="http://schemas.openxmlformats.org/drawingml/2006/main">
            <a:off x="10382250" y="421957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975" b="1">
                <a:solidFill>
                  <a:srgbClr val="B54745"/>
                </a:solidFill>
              </a:defRPr>
            </a:defPPr>
            <a:lvl1pPr algn="l">
              <a:defRPr sz="975" b="1">
                <a:solidFill>
                  <a:srgbClr val="B54745"/>
                </a:solidFill>
              </a:defRPr>
            </a:lvl1pPr>
            <a:lvl2pPr algn="l">
              <a:defRPr sz="975" b="1">
                <a:solidFill>
                  <a:srgbClr val="B54745"/>
                </a:solidFill>
              </a:defRPr>
            </a:lvl2pPr>
            <a:lvl3pPr algn="l">
              <a:defRPr sz="975" b="1">
                <a:solidFill>
                  <a:srgbClr val="B54745"/>
                </a:solidFill>
              </a:defRPr>
            </a:lvl3pPr>
            <a:lvl4pPr algn="l">
              <a:defRPr sz="975" b="1">
                <a:solidFill>
                  <a:srgbClr val="B54745"/>
                </a:solidFill>
              </a:defRPr>
            </a:lvl4pPr>
            <a:lvl5pPr algn="l">
              <a:defRPr sz="975" b="1">
                <a:solidFill>
                  <a:srgbClr val="B54745"/>
                </a:solidFill>
              </a:defRPr>
            </a:lvl5pPr>
            <a:lvl6pPr algn="l">
              <a:defRPr sz="975" b="1">
                <a:solidFill>
                  <a:srgbClr val="B54745"/>
                </a:solidFill>
              </a:defRPr>
            </a:lvl6pPr>
            <a:lvl7pPr algn="l">
              <a:defRPr sz="975" b="1">
                <a:solidFill>
                  <a:srgbClr val="B54745"/>
                </a:solidFill>
              </a:defRPr>
            </a:lvl7pPr>
            <a:lvl8pPr algn="l">
              <a:defRPr sz="975" b="1">
                <a:solidFill>
                  <a:srgbClr val="B54745"/>
                </a:solidFill>
              </a:defRPr>
            </a:lvl8pPr>
            <a:lvl9pPr algn="l">
              <a:defRPr sz="975" b="1">
                <a:solidFill>
                  <a:srgbClr val="B54745"/>
                </a:solidFill>
              </a:defRPr>
            </a:lvl9pPr>
          </a:lstStyle>
          <a:p xmlns:a="http://schemas.openxmlformats.org/drawingml/2006/main">
            <a:pPr algn="l">
              <a:defRPr sz="975" b="1">
                <a:solidFill>
                  <a:srgbClr val="B54745"/>
                </a:solidFill>
              </a:defRPr>
            </a:pPr>
            <a:r>
              <a:rPr sz="975" b="1">
                <a:solidFill>
                  <a:srgbClr val="B54745"/>
                </a:solidFill>
              </a:rPr>
              <a:t>TB5</a:t>
            </a:r>
          </a:p>
        </p:txBody>
      </p:sp>
      <p:sp>
        <p:nvSpPr>
          <p:cNvPr id="36" name="">
            <a:extLst xmlns:a="http://schemas.openxmlformats.org/drawingml/2006/main">
              <a:ext uri="{FF2B5EF4-FFF2-40B4-BE49-F238E27FC236}">
                <a16:creationId xmlns:a16="http://schemas.microsoft.com/office/drawing/2014/main" id="{8620AE9E-70D3-4B4B-9FC6-7CB1D29DAE89}"/>
              </a:ext>
            </a:extLst>
          </p:cNvPr>
          <p:cNvSpPr>
            <a:spLocks xmlns:a="http://schemas.openxmlformats.org/drawingml/2006/main" noGrp="1"/>
          </p:cNvSpPr>
          <p:nvPr/>
        </p:nvSpPr>
        <p:spPr>
          <a:xfrm xmlns:a="http://schemas.openxmlformats.org/drawingml/2006/main">
            <a:off x="8905875" y="5429250"/>
            <a:ext cx="2381250" cy="666750"/>
          </a:xfrm>
          <a:prstGeom xmlns:a="http://schemas.openxmlformats.org/drawingml/2006/main" prst="roundRect">
            <a:avLst>
              <a:gd name="adj" fmla="val 11429"/>
            </a:avLst>
          </a:prstGeom>
          <a:solidFill xmlns:a="http://schemas.openxmlformats.org/drawingml/2006/main">
            <a:srgbClr val="EAF2F6"/>
          </a:solidFill>
          <a:ln xmlns:a="http://schemas.openxmlformats.org/drawingml/2006/main" w="11430">
            <a:solidFill>
              <a:srgbClr val="B9C9D5"/>
            </a:solidFill>
            <a:prstDash val="solid"/>
          </a:ln>
        </p:spPr>
      </p:sp>
      <p:sp>
        <p:nvSpPr>
          <p:cNvPr id="37" name="">
            <a:extLst xmlns:a="http://schemas.openxmlformats.org/drawingml/2006/main">
              <a:ext uri="{FF2B5EF4-FFF2-40B4-BE49-F238E27FC236}">
                <a16:creationId xmlns:a16="http://schemas.microsoft.com/office/drawing/2014/main" id="{55198DA5-2721-4EC3-8AA9-F16DB9D3F2EA}"/>
              </a:ext>
            </a:extLst>
          </p:cNvPr>
          <p:cNvSpPr>
            <a:spLocks xmlns:a="http://schemas.openxmlformats.org/drawingml/2006/main" noGrp="1"/>
          </p:cNvSpPr>
          <p:nvPr/>
        </p:nvSpPr>
        <p:spPr>
          <a:xfrm xmlns:a="http://schemas.openxmlformats.org/drawingml/2006/main">
            <a:off x="9001125" y="550545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Production systems</a:t>
            </a:r>
          </a:p>
          <a:p xmlns:a="http://schemas.openxmlformats.org/drawingml/2006/main">
            <a:pPr algn="ctr">
              <a:defRPr sz="1500" b="1">
                <a:solidFill>
                  <a:srgbClr val="17324D"/>
                </a:solidFill>
              </a:defRPr>
            </a:pPr>
            <a:r>
              <a:rPr sz="1500" b="1">
                <a:solidFill>
                  <a:srgbClr val="17324D"/>
                </a:solidFill>
              </a:rPr>
              <a:t>allow-listed runbooks</a:t>
            </a:r>
          </a:p>
        </p:txBody>
      </p:sp>
      <p:sp>
        <p:nvSpPr>
          <p:cNvPr id="38" name="">
            <a:extLst xmlns:a="http://schemas.openxmlformats.org/drawingml/2006/main">
              <a:ext uri="{FF2B5EF4-FFF2-40B4-BE49-F238E27FC236}">
                <a16:creationId xmlns:a16="http://schemas.microsoft.com/office/drawing/2014/main" id="{F4FAB737-D007-4768-8941-439912CE5EC8}"/>
              </a:ext>
            </a:extLst>
          </p:cNvPr>
          <p:cNvSpPr>
            <a:spLocks xmlns:a="http://schemas.openxmlformats.org/drawingml/2006/main" noGrp="1"/>
          </p:cNvSpPr>
          <p:nvPr/>
        </p:nvSpPr>
        <p:spPr>
          <a:xfrm xmlns:a="http://schemas.openxmlformats.org/drawingml/2006/main" flipH="0" flipV="0">
            <a:off x="10096500" y="5219700"/>
            <a:ext cx="0" cy="209550"/>
          </a:xfrm>
          <a:prstGeom xmlns:a="http://schemas.openxmlformats.org/drawingml/2006/main" prst="line">
            <a:avLst/>
          </a:prstGeom>
          <a:noFill xmlns:a="http://schemas.openxmlformats.org/drawingml/2006/main"/>
          <a:ln xmlns:a="http://schemas.openxmlformats.org/drawingml/2006/main" w="19050">
            <a:solidFill>
              <a:srgbClr val="B54745"/>
            </a:solidFill>
            <a:prstDash val="solid"/>
          </a:ln>
        </p:spPr>
      </p:sp>
      <p:sp>
        <p:nvSpPr>
          <p:cNvPr id="39" name="">
            <a:extLst xmlns:a="http://schemas.openxmlformats.org/drawingml/2006/main">
              <a:ext uri="{FF2B5EF4-FFF2-40B4-BE49-F238E27FC236}">
                <a16:creationId xmlns:a16="http://schemas.microsoft.com/office/drawing/2014/main" id="{86DC7C11-EE4C-42F5-BB68-2520A722B4B9}"/>
              </a:ext>
            </a:extLst>
          </p:cNvPr>
          <p:cNvSpPr>
            <a:spLocks xmlns:a="http://schemas.openxmlformats.org/drawingml/2006/main" noGrp="1"/>
          </p:cNvSpPr>
          <p:nvPr/>
        </p:nvSpPr>
        <p:spPr>
          <a:xfrm xmlns:a="http://schemas.openxmlformats.org/drawingml/2006/main">
            <a:off x="10382250" y="52197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975" b="1">
                <a:solidFill>
                  <a:srgbClr val="B54745"/>
                </a:solidFill>
              </a:defRPr>
            </a:defPPr>
            <a:lvl1pPr algn="l">
              <a:defRPr sz="975" b="1">
                <a:solidFill>
                  <a:srgbClr val="B54745"/>
                </a:solidFill>
              </a:defRPr>
            </a:lvl1pPr>
            <a:lvl2pPr algn="l">
              <a:defRPr sz="975" b="1">
                <a:solidFill>
                  <a:srgbClr val="B54745"/>
                </a:solidFill>
              </a:defRPr>
            </a:lvl2pPr>
            <a:lvl3pPr algn="l">
              <a:defRPr sz="975" b="1">
                <a:solidFill>
                  <a:srgbClr val="B54745"/>
                </a:solidFill>
              </a:defRPr>
            </a:lvl3pPr>
            <a:lvl4pPr algn="l">
              <a:defRPr sz="975" b="1">
                <a:solidFill>
                  <a:srgbClr val="B54745"/>
                </a:solidFill>
              </a:defRPr>
            </a:lvl4pPr>
            <a:lvl5pPr algn="l">
              <a:defRPr sz="975" b="1">
                <a:solidFill>
                  <a:srgbClr val="B54745"/>
                </a:solidFill>
              </a:defRPr>
            </a:lvl5pPr>
            <a:lvl6pPr algn="l">
              <a:defRPr sz="975" b="1">
                <a:solidFill>
                  <a:srgbClr val="B54745"/>
                </a:solidFill>
              </a:defRPr>
            </a:lvl6pPr>
            <a:lvl7pPr algn="l">
              <a:defRPr sz="975" b="1">
                <a:solidFill>
                  <a:srgbClr val="B54745"/>
                </a:solidFill>
              </a:defRPr>
            </a:lvl7pPr>
            <a:lvl8pPr algn="l">
              <a:defRPr sz="975" b="1">
                <a:solidFill>
                  <a:srgbClr val="B54745"/>
                </a:solidFill>
              </a:defRPr>
            </a:lvl8pPr>
            <a:lvl9pPr algn="l">
              <a:defRPr sz="975" b="1">
                <a:solidFill>
                  <a:srgbClr val="B54745"/>
                </a:solidFill>
              </a:defRPr>
            </a:lvl9pPr>
          </a:lstStyle>
          <a:p xmlns:a="http://schemas.openxmlformats.org/drawingml/2006/main">
            <a:pPr algn="l">
              <a:defRPr sz="975" b="1">
                <a:solidFill>
                  <a:srgbClr val="B54745"/>
                </a:solidFill>
              </a:defRPr>
            </a:pPr>
            <a:r>
              <a:rPr sz="975" b="1">
                <a:solidFill>
                  <a:srgbClr val="B54745"/>
                </a:solidFill>
              </a:rPr>
              <a:t>TB6</a:t>
            </a:r>
          </a:p>
        </p:txBody>
      </p:sp>
      <p:sp>
        <p:nvSpPr>
          <p:cNvPr id="40" name="">
            <a:extLst xmlns:a="http://schemas.openxmlformats.org/drawingml/2006/main">
              <a:ext uri="{FF2B5EF4-FFF2-40B4-BE49-F238E27FC236}">
                <a16:creationId xmlns:a16="http://schemas.microsoft.com/office/drawing/2014/main" id="{7BC2BC42-84FF-4AC5-A4C9-7F5A5BEE9B06}"/>
              </a:ext>
            </a:extLst>
          </p:cNvPr>
          <p:cNvSpPr>
            <a:spLocks xmlns:a="http://schemas.openxmlformats.org/drawingml/2006/main" noGrp="1"/>
          </p:cNvSpPr>
          <p:nvPr/>
        </p:nvSpPr>
        <p:spPr>
          <a:xfrm xmlns:a="http://schemas.openxmlformats.org/drawingml/2006/main">
            <a:off x="762000" y="5095875"/>
            <a:ext cx="5191125" cy="619125"/>
          </a:xfrm>
          <a:prstGeom xmlns:a="http://schemas.openxmlformats.org/drawingml/2006/main" prst="roundRect">
            <a:avLst>
              <a:gd name="adj" fmla="val 12308"/>
            </a:avLst>
          </a:prstGeom>
          <a:solidFill xmlns:a="http://schemas.openxmlformats.org/drawingml/2006/main">
            <a:srgbClr val="EAF2F6"/>
          </a:solidFill>
          <a:ln xmlns:a="http://schemas.openxmlformats.org/drawingml/2006/main" w="11430">
            <a:solidFill>
              <a:srgbClr val="B9C9D5"/>
            </a:solidFill>
            <a:prstDash val="solid"/>
          </a:ln>
        </p:spPr>
      </p:sp>
      <p:sp>
        <p:nvSpPr>
          <p:cNvPr id="41" name="">
            <a:extLst xmlns:a="http://schemas.openxmlformats.org/drawingml/2006/main">
              <a:ext uri="{FF2B5EF4-FFF2-40B4-BE49-F238E27FC236}">
                <a16:creationId xmlns:a16="http://schemas.microsoft.com/office/drawing/2014/main" id="{51304169-F224-48B5-BF56-73DFDA727F5F}"/>
              </a:ext>
            </a:extLst>
          </p:cNvPr>
          <p:cNvSpPr>
            <a:spLocks xmlns:a="http://schemas.openxmlformats.org/drawingml/2006/main" noGrp="1"/>
          </p:cNvSpPr>
          <p:nvPr/>
        </p:nvSpPr>
        <p:spPr>
          <a:xfrm xmlns:a="http://schemas.openxmlformats.org/drawingml/2006/main">
            <a:off x="857250" y="5172075"/>
            <a:ext cx="5000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Immutable audit stream  |  security-owned account</a:t>
            </a:r>
          </a:p>
        </p:txBody>
      </p:sp>
      <p:sp>
        <p:nvSpPr>
          <p:cNvPr id="42" name="">
            <a:extLst xmlns:a="http://schemas.openxmlformats.org/drawingml/2006/main">
              <a:ext uri="{FF2B5EF4-FFF2-40B4-BE49-F238E27FC236}">
                <a16:creationId xmlns:a16="http://schemas.microsoft.com/office/drawing/2014/main" id="{37B21FD4-C5C9-4BFB-9C3E-ECEE10442949}"/>
              </a:ext>
            </a:extLst>
          </p:cNvPr>
          <p:cNvSpPr>
            <a:spLocks xmlns:a="http://schemas.openxmlformats.org/drawingml/2006/main" noGrp="1"/>
          </p:cNvSpPr>
          <p:nvPr/>
        </p:nvSpPr>
        <p:spPr>
          <a:xfrm xmlns:a="http://schemas.openxmlformats.org/drawingml/2006/main">
            <a:off x="762000" y="5857875"/>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00" b="1">
                <a:solidFill>
                  <a:srgbClr val="17324D"/>
                </a:solidFill>
              </a:defRPr>
            </a:defPPr>
            <a:lvl1pPr algn="l">
              <a:defRPr sz="1500" b="1">
                <a:solidFill>
                  <a:srgbClr val="17324D"/>
                </a:solidFill>
              </a:defRPr>
            </a:lvl1pPr>
            <a:lvl2pPr algn="l">
              <a:defRPr sz="1500" b="1">
                <a:solidFill>
                  <a:srgbClr val="17324D"/>
                </a:solidFill>
              </a:defRPr>
            </a:lvl2pPr>
            <a:lvl3pPr algn="l">
              <a:defRPr sz="1500" b="1">
                <a:solidFill>
                  <a:srgbClr val="17324D"/>
                </a:solidFill>
              </a:defRPr>
            </a:lvl3pPr>
            <a:lvl4pPr algn="l">
              <a:defRPr sz="1500" b="1">
                <a:solidFill>
                  <a:srgbClr val="17324D"/>
                </a:solidFill>
              </a:defRPr>
            </a:lvl4pPr>
            <a:lvl5pPr algn="l">
              <a:defRPr sz="1500" b="1">
                <a:solidFill>
                  <a:srgbClr val="17324D"/>
                </a:solidFill>
              </a:defRPr>
            </a:lvl5pPr>
            <a:lvl6pPr algn="l">
              <a:defRPr sz="1500" b="1">
                <a:solidFill>
                  <a:srgbClr val="17324D"/>
                </a:solidFill>
              </a:defRPr>
            </a:lvl6pPr>
            <a:lvl7pPr algn="l">
              <a:defRPr sz="1500" b="1">
                <a:solidFill>
                  <a:srgbClr val="17324D"/>
                </a:solidFill>
              </a:defRPr>
            </a:lvl7pPr>
            <a:lvl8pPr algn="l">
              <a:defRPr sz="1500" b="1">
                <a:solidFill>
                  <a:srgbClr val="17324D"/>
                </a:solidFill>
              </a:defRPr>
            </a:lvl8pPr>
            <a:lvl9pPr algn="l">
              <a:defRPr sz="1500" b="1">
                <a:solidFill>
                  <a:srgbClr val="17324D"/>
                </a:solidFill>
              </a:defRPr>
            </a:lvl9pPr>
          </a:lstStyle>
          <a:p xmlns:a="http://schemas.openxmlformats.org/drawingml/2006/main">
            <a:pPr algn="l">
              <a:defRPr sz="1500" b="1">
                <a:solidFill>
                  <a:srgbClr val="17324D"/>
                </a:solidFill>
              </a:defRPr>
            </a:pPr>
            <a:r>
              <a:rPr sz="1500" b="1">
                <a:solidFill>
                  <a:srgbClr val="17324D"/>
                </a:solidFill>
              </a:rPr>
              <a:t>Evidence stays untrusted. Model proposes; the broker authorizes.</a:t>
            </a:r>
          </a:p>
        </p:txBody>
      </p:sp>
    </p:spTree>
    <p:extLst>
      <p:ext uri="{BB962C8B-B14F-4D97-AF65-F5344CB8AC3E}">
        <p14:creationId xmlns:p14="http://schemas.microsoft.com/office/powerpoint/2010/main" val="3204713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12B0381-C871-43CA-A00A-038F84DF434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AA19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01B0814-08CE-457C-8F92-F18BA7416BDE}"/>
              </a:ext>
            </a:extLst>
          </p:cNvPr>
          <p:cNvSpPr>
            <a:spLocks xmlns:a="http://schemas.openxmlformats.org/drawingml/2006/main" noGrp="1"/>
          </p:cNvSpPr>
          <p:nvPr/>
        </p:nvSpPr>
        <p:spPr>
          <a:xfrm xmlns:a="http://schemas.openxmlformats.org/drawingml/2006/main">
            <a:off x="628650" y="3048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050" b="1">
                <a:solidFill>
                  <a:srgbClr val="166B91"/>
                </a:solidFill>
              </a:defRPr>
            </a:defPPr>
            <a:lvl1pPr algn="l">
              <a:defRPr sz="1050" b="1">
                <a:solidFill>
                  <a:srgbClr val="166B91"/>
                </a:solidFill>
              </a:defRPr>
            </a:lvl1pPr>
            <a:lvl2pPr algn="l">
              <a:defRPr sz="1050" b="1">
                <a:solidFill>
                  <a:srgbClr val="166B91"/>
                </a:solidFill>
              </a:defRPr>
            </a:lvl2pPr>
            <a:lvl3pPr algn="l">
              <a:defRPr sz="1050" b="1">
                <a:solidFill>
                  <a:srgbClr val="166B91"/>
                </a:solidFill>
              </a:defRPr>
            </a:lvl3pPr>
            <a:lvl4pPr algn="l">
              <a:defRPr sz="1050" b="1">
                <a:solidFill>
                  <a:srgbClr val="166B91"/>
                </a:solidFill>
              </a:defRPr>
            </a:lvl4pPr>
            <a:lvl5pPr algn="l">
              <a:defRPr sz="1050" b="1">
                <a:solidFill>
                  <a:srgbClr val="166B91"/>
                </a:solidFill>
              </a:defRPr>
            </a:lvl5pPr>
            <a:lvl6pPr algn="l">
              <a:defRPr sz="1050" b="1">
                <a:solidFill>
                  <a:srgbClr val="166B91"/>
                </a:solidFill>
              </a:defRPr>
            </a:lvl6pPr>
            <a:lvl7pPr algn="l">
              <a:defRPr sz="1050" b="1">
                <a:solidFill>
                  <a:srgbClr val="166B91"/>
                </a:solidFill>
              </a:defRPr>
            </a:lvl7pPr>
            <a:lvl8pPr algn="l">
              <a:defRPr sz="1050" b="1">
                <a:solidFill>
                  <a:srgbClr val="166B91"/>
                </a:solidFill>
              </a:defRPr>
            </a:lvl8pPr>
            <a:lvl9pPr algn="l">
              <a:defRPr sz="1050" b="1">
                <a:solidFill>
                  <a:srgbClr val="166B91"/>
                </a:solidFill>
              </a:defRPr>
            </a:lvl9pPr>
          </a:lstStyle>
          <a:p xmlns:a="http://schemas.openxmlformats.org/drawingml/2006/main">
            <a:pPr algn="l">
              <a:defRPr sz="1050" b="1">
                <a:solidFill>
                  <a:srgbClr val="166B91"/>
                </a:solidFill>
              </a:defRPr>
            </a:pPr>
            <a:r>
              <a:rPr sz="1050" b="1">
                <a:solidFill>
                  <a:srgbClr val="166B91"/>
                </a:solidFill>
              </a:rPr>
              <a:t>CYBERSECURITY ASSIGNMENT</a:t>
            </a:r>
          </a:p>
        </p:txBody>
      </p:sp>
      <p:sp>
        <p:nvSpPr>
          <p:cNvPr id="3" name="">
            <a:extLst xmlns:a="http://schemas.openxmlformats.org/drawingml/2006/main">
              <a:ext uri="{FF2B5EF4-FFF2-40B4-BE49-F238E27FC236}">
                <a16:creationId xmlns:a16="http://schemas.microsoft.com/office/drawing/2014/main" id="{9DA24F49-5128-4B7E-8E9D-229DFE8F806E}"/>
              </a:ext>
            </a:extLst>
          </p:cNvPr>
          <p:cNvSpPr>
            <a:spLocks xmlns:a="http://schemas.openxmlformats.org/drawingml/2006/main" noGrp="1"/>
          </p:cNvSpPr>
          <p:nvPr/>
        </p:nvSpPr>
        <p:spPr>
          <a:xfrm xmlns:a="http://schemas.openxmlformats.org/drawingml/2006/main">
            <a:off x="628650" y="60960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3000" b="1">
                <a:solidFill>
                  <a:srgbClr val="102A43"/>
                </a:solidFill>
              </a:defRPr>
            </a:defPPr>
            <a:lvl1pPr algn="l">
              <a:defRPr sz="3000" b="1">
                <a:solidFill>
                  <a:srgbClr val="102A43"/>
                </a:solidFill>
              </a:defRPr>
            </a:lvl1pPr>
            <a:lvl2pPr algn="l">
              <a:defRPr sz="3000" b="1">
                <a:solidFill>
                  <a:srgbClr val="102A43"/>
                </a:solidFill>
              </a:defRPr>
            </a:lvl2pPr>
            <a:lvl3pPr algn="l">
              <a:defRPr sz="3000" b="1">
                <a:solidFill>
                  <a:srgbClr val="102A43"/>
                </a:solidFill>
              </a:defRPr>
            </a:lvl3pPr>
            <a:lvl4pPr algn="l">
              <a:defRPr sz="3000" b="1">
                <a:solidFill>
                  <a:srgbClr val="102A43"/>
                </a:solidFill>
              </a:defRPr>
            </a:lvl4pPr>
            <a:lvl5pPr algn="l">
              <a:defRPr sz="3000" b="1">
                <a:solidFill>
                  <a:srgbClr val="102A43"/>
                </a:solidFill>
              </a:defRPr>
            </a:lvl5pPr>
            <a:lvl6pPr algn="l">
              <a:defRPr sz="3000" b="1">
                <a:solidFill>
                  <a:srgbClr val="102A43"/>
                </a:solidFill>
              </a:defRPr>
            </a:lvl6pPr>
            <a:lvl7pPr algn="l">
              <a:defRPr sz="3000" b="1">
                <a:solidFill>
                  <a:srgbClr val="102A43"/>
                </a:solidFill>
              </a:defRPr>
            </a:lvl7pPr>
            <a:lvl8pPr algn="l">
              <a:defRPr sz="3000" b="1">
                <a:solidFill>
                  <a:srgbClr val="102A43"/>
                </a:solidFill>
              </a:defRPr>
            </a:lvl8pPr>
            <a:lvl9pPr algn="l">
              <a:defRPr sz="3000" b="1">
                <a:solidFill>
                  <a:srgbClr val="102A43"/>
                </a:solidFill>
              </a:defRPr>
            </a:lvl9pPr>
          </a:lstStyle>
          <a:p xmlns:a="http://schemas.openxmlformats.org/drawingml/2006/main">
            <a:pPr algn="l">
              <a:defRPr sz="3000" b="1">
                <a:solidFill>
                  <a:srgbClr val="102A43"/>
                </a:solidFill>
              </a:defRPr>
            </a:pPr>
            <a:r>
              <a:rPr sz="3000" b="1">
                <a:solidFill>
                  <a:srgbClr val="102A43"/>
                </a:solidFill>
              </a:rPr>
              <a:t>Separate read access from write authority</a:t>
            </a:r>
          </a:p>
        </p:txBody>
      </p:sp>
      <p:sp>
        <p:nvSpPr>
          <p:cNvPr id="4" name="">
            <a:extLst xmlns:a="http://schemas.openxmlformats.org/drawingml/2006/main">
              <a:ext uri="{FF2B5EF4-FFF2-40B4-BE49-F238E27FC236}">
                <a16:creationId xmlns:a16="http://schemas.microsoft.com/office/drawing/2014/main" id="{054F10EC-3FB3-4FB6-80D4-37C0CE669550}"/>
              </a:ext>
            </a:extLst>
          </p:cNvPr>
          <p:cNvSpPr>
            <a:spLocks xmlns:a="http://schemas.openxmlformats.org/drawingml/2006/main" noGrp="1"/>
          </p:cNvSpPr>
          <p:nvPr/>
        </p:nvSpPr>
        <p:spPr>
          <a:xfrm xmlns:a="http://schemas.openxmlformats.org/drawingml/2006/main">
            <a:off x="628650" y="1257300"/>
            <a:ext cx="10934700" cy="19050"/>
          </a:xfrm>
          <a:prstGeom xmlns:a="http://schemas.openxmlformats.org/drawingml/2006/main" prst="rect">
            <a:avLst/>
          </a:prstGeom>
          <a:solidFill xmlns:a="http://schemas.openxmlformats.org/drawingml/2006/main">
            <a:srgbClr val="B9C9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3BD3EB7-0F65-488C-A9B8-412721019B35}"/>
              </a:ext>
            </a:extLst>
          </p:cNvPr>
          <p:cNvSpPr>
            <a:spLocks xmlns:a="http://schemas.openxmlformats.org/drawingml/2006/main" noGrp="1"/>
          </p:cNvSpPr>
          <p:nvPr/>
        </p:nvSpPr>
        <p:spPr>
          <a:xfrm xmlns:a="http://schemas.openxmlformats.org/drawingml/2006/main">
            <a:off x="628650" y="64770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050" b="0">
                <a:solidFill>
                  <a:srgbClr val="516579"/>
                </a:solidFill>
              </a:defRPr>
            </a:defPPr>
            <a:lvl1pPr algn="l">
              <a:defRPr sz="1050" b="0">
                <a:solidFill>
                  <a:srgbClr val="516579"/>
                </a:solidFill>
              </a:defRPr>
            </a:lvl1pPr>
            <a:lvl2pPr algn="l">
              <a:defRPr sz="1050" b="0">
                <a:solidFill>
                  <a:srgbClr val="516579"/>
                </a:solidFill>
              </a:defRPr>
            </a:lvl2pPr>
            <a:lvl3pPr algn="l">
              <a:defRPr sz="1050" b="0">
                <a:solidFill>
                  <a:srgbClr val="516579"/>
                </a:solidFill>
              </a:defRPr>
            </a:lvl3pPr>
            <a:lvl4pPr algn="l">
              <a:defRPr sz="1050" b="0">
                <a:solidFill>
                  <a:srgbClr val="516579"/>
                </a:solidFill>
              </a:defRPr>
            </a:lvl4pPr>
            <a:lvl5pPr algn="l">
              <a:defRPr sz="1050" b="0">
                <a:solidFill>
                  <a:srgbClr val="516579"/>
                </a:solidFill>
              </a:defRPr>
            </a:lvl5pPr>
            <a:lvl6pPr algn="l">
              <a:defRPr sz="1050" b="0">
                <a:solidFill>
                  <a:srgbClr val="516579"/>
                </a:solidFill>
              </a:defRPr>
            </a:lvl6pPr>
            <a:lvl7pPr algn="l">
              <a:defRPr sz="1050" b="0">
                <a:solidFill>
                  <a:srgbClr val="516579"/>
                </a:solidFill>
              </a:defRPr>
            </a:lvl7pPr>
            <a:lvl8pPr algn="l">
              <a:defRPr sz="1050" b="0">
                <a:solidFill>
                  <a:srgbClr val="516579"/>
                </a:solidFill>
              </a:defRPr>
            </a:lvl8pPr>
            <a:lvl9pPr algn="l">
              <a:defRPr sz="1050" b="0">
                <a:solidFill>
                  <a:srgbClr val="516579"/>
                </a:solidFill>
              </a:defRPr>
            </a:lvl9pPr>
          </a:lstStyle>
          <a:p xmlns:a="http://schemas.openxmlformats.org/drawingml/2006/main">
            <a:pPr algn="l">
              <a:defRPr sz="1050" b="0">
                <a:solidFill>
                  <a:srgbClr val="516579"/>
                </a:solidFill>
              </a:defRPr>
            </a:pPr>
            <a:r>
              <a:rPr sz="1050" b="0">
                <a:solidFill>
                  <a:srgbClr val="516579"/>
                </a:solidFill>
              </a:rPr>
              <a:t>AI root cause and ticket resolution copilot</a:t>
            </a:r>
          </a:p>
        </p:txBody>
      </p:sp>
      <p:sp>
        <p:nvSpPr>
          <p:cNvPr id="6" name="">
            <a:extLst xmlns:a="http://schemas.openxmlformats.org/drawingml/2006/main">
              <a:ext uri="{FF2B5EF4-FFF2-40B4-BE49-F238E27FC236}">
                <a16:creationId xmlns:a16="http://schemas.microsoft.com/office/drawing/2014/main" id="{CC584BD7-87E1-4924-9D46-E50FE86C202C}"/>
              </a:ext>
            </a:extLst>
          </p:cNvPr>
          <p:cNvSpPr>
            <a:spLocks xmlns:a="http://schemas.openxmlformats.org/drawingml/2006/main" noGrp="1"/>
          </p:cNvSpPr>
          <p:nvPr/>
        </p:nvSpPr>
        <p:spPr>
          <a:xfrm xmlns:a="http://schemas.openxmlformats.org/drawingml/2006/main">
            <a:off x="1114425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r">
              <a:defRPr sz="1050" b="0">
                <a:solidFill>
                  <a:srgbClr val="516579"/>
                </a:solidFill>
              </a:defRPr>
            </a:defPPr>
            <a:lvl1pPr algn="r">
              <a:defRPr sz="1050" b="0">
                <a:solidFill>
                  <a:srgbClr val="516579"/>
                </a:solidFill>
              </a:defRPr>
            </a:lvl1pPr>
            <a:lvl2pPr algn="r">
              <a:defRPr sz="1050" b="0">
                <a:solidFill>
                  <a:srgbClr val="516579"/>
                </a:solidFill>
              </a:defRPr>
            </a:lvl2pPr>
            <a:lvl3pPr algn="r">
              <a:defRPr sz="1050" b="0">
                <a:solidFill>
                  <a:srgbClr val="516579"/>
                </a:solidFill>
              </a:defRPr>
            </a:lvl3pPr>
            <a:lvl4pPr algn="r">
              <a:defRPr sz="1050" b="0">
                <a:solidFill>
                  <a:srgbClr val="516579"/>
                </a:solidFill>
              </a:defRPr>
            </a:lvl4pPr>
            <a:lvl5pPr algn="r">
              <a:defRPr sz="1050" b="0">
                <a:solidFill>
                  <a:srgbClr val="516579"/>
                </a:solidFill>
              </a:defRPr>
            </a:lvl5pPr>
            <a:lvl6pPr algn="r">
              <a:defRPr sz="1050" b="0">
                <a:solidFill>
                  <a:srgbClr val="516579"/>
                </a:solidFill>
              </a:defRPr>
            </a:lvl6pPr>
            <a:lvl7pPr algn="r">
              <a:defRPr sz="1050" b="0">
                <a:solidFill>
                  <a:srgbClr val="516579"/>
                </a:solidFill>
              </a:defRPr>
            </a:lvl7pPr>
            <a:lvl8pPr algn="r">
              <a:defRPr sz="1050" b="0">
                <a:solidFill>
                  <a:srgbClr val="516579"/>
                </a:solidFill>
              </a:defRPr>
            </a:lvl8pPr>
            <a:lvl9pPr algn="r">
              <a:defRPr sz="1050" b="0">
                <a:solidFill>
                  <a:srgbClr val="516579"/>
                </a:solidFill>
              </a:defRPr>
            </a:lvl9pPr>
          </a:lstStyle>
          <a:p xmlns:a="http://schemas.openxmlformats.org/drawingml/2006/main">
            <a:pPr algn="r">
              <a:defRPr sz="1050" b="0">
                <a:solidFill>
                  <a:srgbClr val="516579"/>
                </a:solidFill>
              </a:defRPr>
            </a:pPr>
            <a:r>
              <a:rPr sz="1050" b="0">
                <a:solidFill>
                  <a:srgbClr val="516579"/>
                </a:solidFill>
              </a:rPr>
              <a:t>4</a:t>
            </a:r>
          </a:p>
        </p:txBody>
      </p:sp>
      <p:sp>
        <p:nvSpPr>
          <p:cNvPr id="7" name="">
            <a:extLst xmlns:a="http://schemas.openxmlformats.org/drawingml/2006/main">
              <a:ext uri="{FF2B5EF4-FFF2-40B4-BE49-F238E27FC236}">
                <a16:creationId xmlns:a16="http://schemas.microsoft.com/office/drawing/2014/main" id="{43B58C7C-7561-45AB-8338-B759ABDC33AD}"/>
              </a:ext>
            </a:extLst>
          </p:cNvPr>
          <p:cNvSpPr>
            <a:spLocks xmlns:a="http://schemas.openxmlformats.org/drawingml/2006/main" noGrp="1"/>
          </p:cNvSpPr>
          <p:nvPr/>
        </p:nvSpPr>
        <p:spPr>
          <a:xfrm xmlns:a="http://schemas.openxmlformats.org/drawingml/2006/main">
            <a:off x="714375" y="1809750"/>
            <a:ext cx="4286250" cy="590550"/>
          </a:xfrm>
          <a:prstGeom xmlns:a="http://schemas.openxmlformats.org/drawingml/2006/main" prst="roundRect">
            <a:avLst>
              <a:gd name="adj" fmla="val 12903"/>
            </a:avLst>
          </a:prstGeom>
          <a:solidFill xmlns:a="http://schemas.openxmlformats.org/drawingml/2006/main">
            <a:srgbClr val="EAF2F6"/>
          </a:solidFill>
          <a:ln xmlns:a="http://schemas.openxmlformats.org/drawingml/2006/main" w="11430">
            <a:solidFill>
              <a:srgbClr val="B9C9D5"/>
            </a:solidFill>
            <a:prstDash val="solid"/>
          </a:ln>
        </p:spPr>
      </p:sp>
      <p:sp>
        <p:nvSpPr>
          <p:cNvPr id="8" name="">
            <a:extLst xmlns:a="http://schemas.openxmlformats.org/drawingml/2006/main">
              <a:ext uri="{FF2B5EF4-FFF2-40B4-BE49-F238E27FC236}">
                <a16:creationId xmlns:a16="http://schemas.microsoft.com/office/drawing/2014/main" id="{939E2DFB-6191-48CC-933F-B7BCC0C92E30}"/>
              </a:ext>
            </a:extLst>
          </p:cNvPr>
          <p:cNvSpPr>
            <a:spLocks xmlns:a="http://schemas.openxmlformats.org/drawingml/2006/main" noGrp="1"/>
          </p:cNvSpPr>
          <p:nvPr/>
        </p:nvSpPr>
        <p:spPr>
          <a:xfrm xmlns:a="http://schemas.openxmlformats.org/drawingml/2006/main">
            <a:off x="809625" y="1885950"/>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READ-ONLY ANALYSIS</a:t>
            </a:r>
          </a:p>
        </p:txBody>
      </p:sp>
      <p:sp>
        <p:nvSpPr>
          <p:cNvPr id="9" name="">
            <a:extLst xmlns:a="http://schemas.openxmlformats.org/drawingml/2006/main">
              <a:ext uri="{FF2B5EF4-FFF2-40B4-BE49-F238E27FC236}">
                <a16:creationId xmlns:a16="http://schemas.microsoft.com/office/drawing/2014/main" id="{023952B5-E744-44BB-BFE5-3533E037D8BC}"/>
              </a:ext>
            </a:extLst>
          </p:cNvPr>
          <p:cNvSpPr>
            <a:spLocks xmlns:a="http://schemas.openxmlformats.org/drawingml/2006/main" noGrp="1"/>
          </p:cNvSpPr>
          <p:nvPr/>
        </p:nvSpPr>
        <p:spPr>
          <a:xfrm xmlns:a="http://schemas.openxmlformats.org/drawingml/2006/main">
            <a:off x="714375" y="2638425"/>
            <a:ext cx="4286250" cy="1028700"/>
          </a:xfrm>
          <a:prstGeom xmlns:a="http://schemas.openxmlformats.org/drawingml/2006/main" prst="roundRect">
            <a:avLst>
              <a:gd name="adj" fmla="val 7407"/>
            </a:avLst>
          </a:prstGeom>
          <a:solidFill xmlns:a="http://schemas.openxmlformats.org/drawingml/2006/main">
            <a:srgbClr val="EAF2F6"/>
          </a:solidFill>
          <a:ln xmlns:a="http://schemas.openxmlformats.org/drawingml/2006/main" w="11430">
            <a:solidFill>
              <a:srgbClr val="B9C9D5"/>
            </a:solidFill>
            <a:prstDash val="solid"/>
          </a:ln>
        </p:spPr>
      </p:sp>
      <p:sp>
        <p:nvSpPr>
          <p:cNvPr id="10" name="">
            <a:extLst xmlns:a="http://schemas.openxmlformats.org/drawingml/2006/main">
              <a:ext uri="{FF2B5EF4-FFF2-40B4-BE49-F238E27FC236}">
                <a16:creationId xmlns:a16="http://schemas.microsoft.com/office/drawing/2014/main" id="{76E73712-2F36-4012-A966-A430686BDC7E}"/>
              </a:ext>
            </a:extLst>
          </p:cNvPr>
          <p:cNvSpPr>
            <a:spLocks xmlns:a="http://schemas.openxmlformats.org/drawingml/2006/main" noGrp="1"/>
          </p:cNvSpPr>
          <p:nvPr/>
        </p:nvSpPr>
        <p:spPr>
          <a:xfrm xmlns:a="http://schemas.openxmlformats.org/drawingml/2006/main">
            <a:off x="809625" y="2714625"/>
            <a:ext cx="4095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READ-ONLY IDENTITY</a:t>
            </a:r>
          </a:p>
          <a:p xmlns:a="http://schemas.openxmlformats.org/drawingml/2006/main">
            <a:pPr algn="ctr">
              <a:defRPr sz="1500" b="1">
                <a:solidFill>
                  <a:srgbClr val="17324D"/>
                </a:solidFill>
              </a:defRPr>
            </a:pPr>
            <a:r>
              <a:rPr sz="1500" b="1">
                <a:solidFill>
                  <a:srgbClr val="17324D"/>
                </a:solidFill>
              </a:rPr>
              <a:t>logs + tickets + vetted history</a:t>
            </a:r>
          </a:p>
        </p:txBody>
      </p:sp>
      <p:sp>
        <p:nvSpPr>
          <p:cNvPr id="11" name="">
            <a:extLst xmlns:a="http://schemas.openxmlformats.org/drawingml/2006/main">
              <a:ext uri="{FF2B5EF4-FFF2-40B4-BE49-F238E27FC236}">
                <a16:creationId xmlns:a16="http://schemas.microsoft.com/office/drawing/2014/main" id="{B65F97DB-6E18-4CB6-A691-D535E13E2664}"/>
              </a:ext>
            </a:extLst>
          </p:cNvPr>
          <p:cNvSpPr>
            <a:spLocks xmlns:a="http://schemas.openxmlformats.org/drawingml/2006/main" noGrp="1"/>
          </p:cNvSpPr>
          <p:nvPr/>
        </p:nvSpPr>
        <p:spPr>
          <a:xfrm xmlns:a="http://schemas.openxmlformats.org/drawingml/2006/main">
            <a:off x="714375" y="4029075"/>
            <a:ext cx="4286250" cy="895350"/>
          </a:xfrm>
          <a:prstGeom xmlns:a="http://schemas.openxmlformats.org/drawingml/2006/main" prst="roundRect">
            <a:avLst>
              <a:gd name="adj" fmla="val 8511"/>
            </a:avLst>
          </a:prstGeom>
          <a:solidFill xmlns:a="http://schemas.openxmlformats.org/drawingml/2006/main">
            <a:srgbClr val="EAF2F6"/>
          </a:solidFill>
          <a:ln xmlns:a="http://schemas.openxmlformats.org/drawingml/2006/main" w="11430">
            <a:solidFill>
              <a:srgbClr val="B9C9D5"/>
            </a:solidFill>
            <a:prstDash val="solid"/>
          </a:ln>
        </p:spPr>
      </p:sp>
      <p:sp>
        <p:nvSpPr>
          <p:cNvPr id="12" name="">
            <a:extLst xmlns:a="http://schemas.openxmlformats.org/drawingml/2006/main">
              <a:ext uri="{FF2B5EF4-FFF2-40B4-BE49-F238E27FC236}">
                <a16:creationId xmlns:a16="http://schemas.microsoft.com/office/drawing/2014/main" id="{DA344B6C-6EF3-4163-B752-168BCE3A8E3B}"/>
              </a:ext>
            </a:extLst>
          </p:cNvPr>
          <p:cNvSpPr>
            <a:spLocks xmlns:a="http://schemas.openxmlformats.org/drawingml/2006/main" noGrp="1"/>
          </p:cNvSpPr>
          <p:nvPr/>
        </p:nvSpPr>
        <p:spPr>
          <a:xfrm xmlns:a="http://schemas.openxmlformats.org/drawingml/2006/main">
            <a:off x="809625" y="4105275"/>
            <a:ext cx="4095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Masked evidence</a:t>
            </a:r>
          </a:p>
          <a:p xmlns:a="http://schemas.openxmlformats.org/drawingml/2006/main">
            <a:pPr algn="ctr">
              <a:defRPr sz="1500" b="1">
                <a:solidFill>
                  <a:srgbClr val="17324D"/>
                </a:solidFill>
              </a:defRPr>
            </a:pPr>
            <a:r>
              <a:rPr sz="1500" b="1">
                <a:solidFill>
                  <a:srgbClr val="17324D"/>
                </a:solidFill>
              </a:rPr>
              <a:t>cloud model</a:t>
            </a:r>
          </a:p>
        </p:txBody>
      </p:sp>
      <p:sp>
        <p:nvSpPr>
          <p:cNvPr id="13" name="">
            <a:extLst xmlns:a="http://schemas.openxmlformats.org/drawingml/2006/main">
              <a:ext uri="{FF2B5EF4-FFF2-40B4-BE49-F238E27FC236}">
                <a16:creationId xmlns:a16="http://schemas.microsoft.com/office/drawing/2014/main" id="{151B8848-2602-46A2-9571-616B3A5384B6}"/>
              </a:ext>
            </a:extLst>
          </p:cNvPr>
          <p:cNvSpPr>
            <a:spLocks xmlns:a="http://schemas.openxmlformats.org/drawingml/2006/main" noGrp="1"/>
          </p:cNvSpPr>
          <p:nvPr/>
        </p:nvSpPr>
        <p:spPr>
          <a:xfrm xmlns:a="http://schemas.openxmlformats.org/drawingml/2006/main">
            <a:off x="714375" y="5257800"/>
            <a:ext cx="4286250" cy="552450"/>
          </a:xfrm>
          <a:prstGeom xmlns:a="http://schemas.openxmlformats.org/drawingml/2006/main" prst="roundRect">
            <a:avLst>
              <a:gd name="adj" fmla="val 13793"/>
            </a:avLst>
          </a:prstGeom>
          <a:solidFill xmlns:a="http://schemas.openxmlformats.org/drawingml/2006/main">
            <a:srgbClr val="EAF2F6"/>
          </a:solidFill>
          <a:ln xmlns:a="http://schemas.openxmlformats.org/drawingml/2006/main" w="11430">
            <a:solidFill>
              <a:srgbClr val="B9C9D5"/>
            </a:solidFill>
            <a:prstDash val="solid"/>
          </a:ln>
        </p:spPr>
      </p:sp>
      <p:sp>
        <p:nvSpPr>
          <p:cNvPr id="14" name="">
            <a:extLst xmlns:a="http://schemas.openxmlformats.org/drawingml/2006/main">
              <a:ext uri="{FF2B5EF4-FFF2-40B4-BE49-F238E27FC236}">
                <a16:creationId xmlns:a16="http://schemas.microsoft.com/office/drawing/2014/main" id="{BC0C8AFA-0C49-4A14-8BD2-1317E21E629F}"/>
              </a:ext>
            </a:extLst>
          </p:cNvPr>
          <p:cNvSpPr>
            <a:spLocks xmlns:a="http://schemas.openxmlformats.org/drawingml/2006/main" noGrp="1"/>
          </p:cNvSpPr>
          <p:nvPr/>
        </p:nvSpPr>
        <p:spPr>
          <a:xfrm xmlns:a="http://schemas.openxmlformats.org/drawingml/2006/main">
            <a:off x="809625" y="53340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Structured recommendation</a:t>
            </a:r>
          </a:p>
        </p:txBody>
      </p:sp>
      <p:sp>
        <p:nvSpPr>
          <p:cNvPr id="15" name="">
            <a:extLst xmlns:a="http://schemas.openxmlformats.org/drawingml/2006/main">
              <a:ext uri="{FF2B5EF4-FFF2-40B4-BE49-F238E27FC236}">
                <a16:creationId xmlns:a16="http://schemas.microsoft.com/office/drawing/2014/main" id="{3B8F0648-BF57-4698-A19B-9EE387020E20}"/>
              </a:ext>
            </a:extLst>
          </p:cNvPr>
          <p:cNvSpPr>
            <a:spLocks xmlns:a="http://schemas.openxmlformats.org/drawingml/2006/main" noGrp="1"/>
          </p:cNvSpPr>
          <p:nvPr/>
        </p:nvSpPr>
        <p:spPr>
          <a:xfrm xmlns:a="http://schemas.openxmlformats.org/drawingml/2006/main">
            <a:off x="7048500" y="1809750"/>
            <a:ext cx="4286250" cy="590550"/>
          </a:xfrm>
          <a:prstGeom xmlns:a="http://schemas.openxmlformats.org/drawingml/2006/main" prst="roundRect">
            <a:avLst>
              <a:gd name="adj" fmla="val 12903"/>
            </a:avLst>
          </a:prstGeom>
          <a:solidFill xmlns:a="http://schemas.openxmlformats.org/drawingml/2006/main">
            <a:srgbClr val="EAF2F6"/>
          </a:solidFill>
          <a:ln xmlns:a="http://schemas.openxmlformats.org/drawingml/2006/main" w="11430">
            <a:solidFill>
              <a:srgbClr val="B9C9D5"/>
            </a:solidFill>
            <a:prstDash val="solid"/>
          </a:ln>
        </p:spPr>
      </p:sp>
      <p:sp>
        <p:nvSpPr>
          <p:cNvPr id="16" name="">
            <a:extLst xmlns:a="http://schemas.openxmlformats.org/drawingml/2006/main">
              <a:ext uri="{FF2B5EF4-FFF2-40B4-BE49-F238E27FC236}">
                <a16:creationId xmlns:a16="http://schemas.microsoft.com/office/drawing/2014/main" id="{6D699452-6517-4066-B618-29937B5CB565}"/>
              </a:ext>
            </a:extLst>
          </p:cNvPr>
          <p:cNvSpPr>
            <a:spLocks xmlns:a="http://schemas.openxmlformats.org/drawingml/2006/main" noGrp="1"/>
          </p:cNvSpPr>
          <p:nvPr/>
        </p:nvSpPr>
        <p:spPr>
          <a:xfrm xmlns:a="http://schemas.openxmlformats.org/drawingml/2006/main">
            <a:off x="7143750" y="1885950"/>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ACTION PLANE</a:t>
            </a:r>
          </a:p>
        </p:txBody>
      </p:sp>
      <p:sp>
        <p:nvSpPr>
          <p:cNvPr id="17" name="">
            <a:extLst xmlns:a="http://schemas.openxmlformats.org/drawingml/2006/main">
              <a:ext uri="{FF2B5EF4-FFF2-40B4-BE49-F238E27FC236}">
                <a16:creationId xmlns:a16="http://schemas.microsoft.com/office/drawing/2014/main" id="{F63CC00C-0376-45CD-A4BD-0C416BBE6096}"/>
              </a:ext>
            </a:extLst>
          </p:cNvPr>
          <p:cNvSpPr>
            <a:spLocks xmlns:a="http://schemas.openxmlformats.org/drawingml/2006/main" noGrp="1"/>
          </p:cNvSpPr>
          <p:nvPr/>
        </p:nvSpPr>
        <p:spPr>
          <a:xfrm xmlns:a="http://schemas.openxmlformats.org/drawingml/2006/main">
            <a:off x="7048500" y="2638425"/>
            <a:ext cx="4286250" cy="1028700"/>
          </a:xfrm>
          <a:prstGeom xmlns:a="http://schemas.openxmlformats.org/drawingml/2006/main" prst="roundRect">
            <a:avLst>
              <a:gd name="adj" fmla="val 7407"/>
            </a:avLst>
          </a:prstGeom>
          <a:solidFill xmlns:a="http://schemas.openxmlformats.org/drawingml/2006/main">
            <a:srgbClr val="EAF2F6"/>
          </a:solidFill>
          <a:ln xmlns:a="http://schemas.openxmlformats.org/drawingml/2006/main" w="11430">
            <a:solidFill>
              <a:srgbClr val="B9C9D5"/>
            </a:solidFill>
            <a:prstDash val="solid"/>
          </a:ln>
        </p:spPr>
      </p:sp>
      <p:sp>
        <p:nvSpPr>
          <p:cNvPr id="18" name="">
            <a:extLst xmlns:a="http://schemas.openxmlformats.org/drawingml/2006/main">
              <a:ext uri="{FF2B5EF4-FFF2-40B4-BE49-F238E27FC236}">
                <a16:creationId xmlns:a16="http://schemas.microsoft.com/office/drawing/2014/main" id="{3DD3E909-F9F4-4F76-8E56-88BBA9FDB61B}"/>
              </a:ext>
            </a:extLst>
          </p:cNvPr>
          <p:cNvSpPr>
            <a:spLocks xmlns:a="http://schemas.openxmlformats.org/drawingml/2006/main" noGrp="1"/>
          </p:cNvSpPr>
          <p:nvPr/>
        </p:nvSpPr>
        <p:spPr>
          <a:xfrm xmlns:a="http://schemas.openxmlformats.org/drawingml/2006/main">
            <a:off x="7143750" y="2714625"/>
            <a:ext cx="4095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Independent policy broker</a:t>
            </a:r>
          </a:p>
          <a:p xmlns:a="http://schemas.openxmlformats.org/drawingml/2006/main">
            <a:pPr algn="ctr">
              <a:defRPr sz="1500" b="1">
                <a:solidFill>
                  <a:srgbClr val="17324D"/>
                </a:solidFill>
              </a:defRPr>
            </a:pPr>
            <a:r>
              <a:rPr sz="1500" b="1">
                <a:solidFill>
                  <a:srgbClr val="17324D"/>
                </a:solidFill>
              </a:rPr>
              <a:t>approval + target + confidence + cap</a:t>
            </a:r>
          </a:p>
        </p:txBody>
      </p:sp>
      <p:sp>
        <p:nvSpPr>
          <p:cNvPr id="19" name="">
            <a:extLst xmlns:a="http://schemas.openxmlformats.org/drawingml/2006/main">
              <a:ext uri="{FF2B5EF4-FFF2-40B4-BE49-F238E27FC236}">
                <a16:creationId xmlns:a16="http://schemas.microsoft.com/office/drawing/2014/main" id="{B27F0F6B-C91E-4322-B643-A050BDEB3C69}"/>
              </a:ext>
            </a:extLst>
          </p:cNvPr>
          <p:cNvSpPr>
            <a:spLocks xmlns:a="http://schemas.openxmlformats.org/drawingml/2006/main" noGrp="1"/>
          </p:cNvSpPr>
          <p:nvPr/>
        </p:nvSpPr>
        <p:spPr>
          <a:xfrm xmlns:a="http://schemas.openxmlformats.org/drawingml/2006/main">
            <a:off x="7048500" y="4029075"/>
            <a:ext cx="4286250" cy="895350"/>
          </a:xfrm>
          <a:prstGeom xmlns:a="http://schemas.openxmlformats.org/drawingml/2006/main" prst="roundRect">
            <a:avLst>
              <a:gd name="adj" fmla="val 8511"/>
            </a:avLst>
          </a:prstGeom>
          <a:solidFill xmlns:a="http://schemas.openxmlformats.org/drawingml/2006/main">
            <a:srgbClr val="EAF2F6"/>
          </a:solidFill>
          <a:ln xmlns:a="http://schemas.openxmlformats.org/drawingml/2006/main" w="11430">
            <a:solidFill>
              <a:srgbClr val="B9C9D5"/>
            </a:solidFill>
            <a:prstDash val="solid"/>
          </a:ln>
        </p:spPr>
      </p:sp>
      <p:sp>
        <p:nvSpPr>
          <p:cNvPr id="20" name="">
            <a:extLst xmlns:a="http://schemas.openxmlformats.org/drawingml/2006/main">
              <a:ext uri="{FF2B5EF4-FFF2-40B4-BE49-F238E27FC236}">
                <a16:creationId xmlns:a16="http://schemas.microsoft.com/office/drawing/2014/main" id="{F558DD07-A7DF-41B5-A077-2BBF7D877EA0}"/>
              </a:ext>
            </a:extLst>
          </p:cNvPr>
          <p:cNvSpPr>
            <a:spLocks xmlns:a="http://schemas.openxmlformats.org/drawingml/2006/main" noGrp="1"/>
          </p:cNvSpPr>
          <p:nvPr/>
        </p:nvSpPr>
        <p:spPr>
          <a:xfrm xmlns:a="http://schemas.openxmlformats.org/drawingml/2006/main">
            <a:off x="7143750" y="4105275"/>
            <a:ext cx="4095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Short-lived executor identity</a:t>
            </a:r>
          </a:p>
          <a:p xmlns:a="http://schemas.openxmlformats.org/drawingml/2006/main">
            <a:pPr algn="ctr">
              <a:defRPr sz="1500" b="1">
                <a:solidFill>
                  <a:srgbClr val="17324D"/>
                </a:solidFill>
              </a:defRPr>
            </a:pPr>
            <a:r>
              <a:rPr sz="1500" b="1">
                <a:solidFill>
                  <a:srgbClr val="17324D"/>
                </a:solidFill>
              </a:rPr>
              <a:t>fixed runbook only</a:t>
            </a:r>
          </a:p>
        </p:txBody>
      </p:sp>
      <p:sp>
        <p:nvSpPr>
          <p:cNvPr id="21" name="">
            <a:extLst xmlns:a="http://schemas.openxmlformats.org/drawingml/2006/main">
              <a:ext uri="{FF2B5EF4-FFF2-40B4-BE49-F238E27FC236}">
                <a16:creationId xmlns:a16="http://schemas.microsoft.com/office/drawing/2014/main" id="{F2309B9A-B68D-463C-BCF6-1B6215D4A1D9}"/>
              </a:ext>
            </a:extLst>
          </p:cNvPr>
          <p:cNvSpPr>
            <a:spLocks xmlns:a="http://schemas.openxmlformats.org/drawingml/2006/main" noGrp="1"/>
          </p:cNvSpPr>
          <p:nvPr/>
        </p:nvSpPr>
        <p:spPr>
          <a:xfrm xmlns:a="http://schemas.openxmlformats.org/drawingml/2006/main">
            <a:off x="7048500" y="5257800"/>
            <a:ext cx="4286250" cy="552450"/>
          </a:xfrm>
          <a:prstGeom xmlns:a="http://schemas.openxmlformats.org/drawingml/2006/main" prst="roundRect">
            <a:avLst>
              <a:gd name="adj" fmla="val 13793"/>
            </a:avLst>
          </a:prstGeom>
          <a:solidFill xmlns:a="http://schemas.openxmlformats.org/drawingml/2006/main">
            <a:srgbClr val="EAF2F6"/>
          </a:solidFill>
          <a:ln xmlns:a="http://schemas.openxmlformats.org/drawingml/2006/main" w="11430">
            <a:solidFill>
              <a:srgbClr val="B9C9D5"/>
            </a:solidFill>
            <a:prstDash val="solid"/>
          </a:ln>
        </p:spPr>
      </p:sp>
      <p:sp>
        <p:nvSpPr>
          <p:cNvPr id="22" name="">
            <a:extLst xmlns:a="http://schemas.openxmlformats.org/drawingml/2006/main">
              <a:ext uri="{FF2B5EF4-FFF2-40B4-BE49-F238E27FC236}">
                <a16:creationId xmlns:a16="http://schemas.microsoft.com/office/drawing/2014/main" id="{4BDD43DD-D064-4910-823B-06BFA6988261}"/>
              </a:ext>
            </a:extLst>
          </p:cNvPr>
          <p:cNvSpPr>
            <a:spLocks xmlns:a="http://schemas.openxmlformats.org/drawingml/2006/main" noGrp="1"/>
          </p:cNvSpPr>
          <p:nvPr/>
        </p:nvSpPr>
        <p:spPr>
          <a:xfrm xmlns:a="http://schemas.openxmlformats.org/drawingml/2006/main">
            <a:off x="7143750" y="53340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Production allow-list</a:t>
            </a:r>
          </a:p>
          <a:p xmlns:a="http://schemas.openxmlformats.org/drawingml/2006/main">
            <a:pPr algn="ctr">
              <a:defRPr sz="1500" b="1">
                <a:solidFill>
                  <a:srgbClr val="17324D"/>
                </a:solidFill>
              </a:defRPr>
            </a:pPr>
            <a:r>
              <a:rPr sz="1500" b="1">
                <a:solidFill>
                  <a:srgbClr val="17324D"/>
                </a:solidFill>
              </a:rPr>
              <a:t>health check + rollback</a:t>
            </a:r>
          </a:p>
        </p:txBody>
      </p:sp>
      <p:sp>
        <p:nvSpPr>
          <p:cNvPr id="23" name="">
            <a:extLst xmlns:a="http://schemas.openxmlformats.org/drawingml/2006/main">
              <a:ext uri="{FF2B5EF4-FFF2-40B4-BE49-F238E27FC236}">
                <a16:creationId xmlns:a16="http://schemas.microsoft.com/office/drawing/2014/main" id="{1C2126D9-C56A-473D-B061-19C475647431}"/>
              </a:ext>
            </a:extLst>
          </p:cNvPr>
          <p:cNvSpPr>
            <a:spLocks xmlns:a="http://schemas.openxmlformats.org/drawingml/2006/main" noGrp="1"/>
          </p:cNvSpPr>
          <p:nvPr/>
        </p:nvSpPr>
        <p:spPr>
          <a:xfrm xmlns:a="http://schemas.openxmlformats.org/drawingml/2006/main">
            <a:off x="5143500" y="30384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B54745"/>
                </a:solidFill>
              </a:defRPr>
            </a:defPPr>
            <a:lvl1pPr algn="ctr">
              <a:defRPr sz="1500" b="1">
                <a:solidFill>
                  <a:srgbClr val="B54745"/>
                </a:solidFill>
              </a:defRPr>
            </a:lvl1pPr>
            <a:lvl2pPr algn="ctr">
              <a:defRPr sz="1500" b="1">
                <a:solidFill>
                  <a:srgbClr val="B54745"/>
                </a:solidFill>
              </a:defRPr>
            </a:lvl2pPr>
            <a:lvl3pPr algn="ctr">
              <a:defRPr sz="1500" b="1">
                <a:solidFill>
                  <a:srgbClr val="B54745"/>
                </a:solidFill>
              </a:defRPr>
            </a:lvl3pPr>
            <a:lvl4pPr algn="ctr">
              <a:defRPr sz="1500" b="1">
                <a:solidFill>
                  <a:srgbClr val="B54745"/>
                </a:solidFill>
              </a:defRPr>
            </a:lvl4pPr>
            <a:lvl5pPr algn="ctr">
              <a:defRPr sz="1500" b="1">
                <a:solidFill>
                  <a:srgbClr val="B54745"/>
                </a:solidFill>
              </a:defRPr>
            </a:lvl5pPr>
            <a:lvl6pPr algn="ctr">
              <a:defRPr sz="1500" b="1">
                <a:solidFill>
                  <a:srgbClr val="B54745"/>
                </a:solidFill>
              </a:defRPr>
            </a:lvl6pPr>
            <a:lvl7pPr algn="ctr">
              <a:defRPr sz="1500" b="1">
                <a:solidFill>
                  <a:srgbClr val="B54745"/>
                </a:solidFill>
              </a:defRPr>
            </a:lvl7pPr>
            <a:lvl8pPr algn="ctr">
              <a:defRPr sz="1500" b="1">
                <a:solidFill>
                  <a:srgbClr val="B54745"/>
                </a:solidFill>
              </a:defRPr>
            </a:lvl8pPr>
            <a:lvl9pPr algn="ctr">
              <a:defRPr sz="1500" b="1">
                <a:solidFill>
                  <a:srgbClr val="B54745"/>
                </a:solidFill>
              </a:defRPr>
            </a:lvl9pPr>
          </a:lstStyle>
          <a:p xmlns:a="http://schemas.openxmlformats.org/drawingml/2006/main">
            <a:pPr algn="ctr">
              <a:defRPr sz="1500" b="1">
                <a:solidFill>
                  <a:srgbClr val="B54745"/>
                </a:solidFill>
              </a:defRPr>
            </a:pPr>
            <a:r>
              <a:rPr sz="1500" b="1">
                <a:solidFill>
                  <a:srgbClr val="B54745"/>
                </a:solidFill>
              </a:rPr>
              <a:t>No shared account</a:t>
            </a:r>
          </a:p>
        </p:txBody>
      </p:sp>
      <p:sp>
        <p:nvSpPr>
          <p:cNvPr id="24" name="">
            <a:extLst xmlns:a="http://schemas.openxmlformats.org/drawingml/2006/main">
              <a:ext uri="{FF2B5EF4-FFF2-40B4-BE49-F238E27FC236}">
                <a16:creationId xmlns:a16="http://schemas.microsoft.com/office/drawing/2014/main" id="{7B26FBFD-181E-449E-9EE1-6CA516994677}"/>
              </a:ext>
            </a:extLst>
          </p:cNvPr>
          <p:cNvSpPr>
            <a:spLocks xmlns:a="http://schemas.openxmlformats.org/drawingml/2006/main" noGrp="1"/>
          </p:cNvSpPr>
          <p:nvPr/>
        </p:nvSpPr>
        <p:spPr>
          <a:xfrm xmlns:a="http://schemas.openxmlformats.org/drawingml/2006/main" flipH="0" flipV="1">
            <a:off x="5000625" y="3152775"/>
            <a:ext cx="2047875" cy="1123950"/>
          </a:xfrm>
          <a:prstGeom xmlns:a="http://schemas.openxmlformats.org/drawingml/2006/main" prst="line">
            <a:avLst/>
          </a:prstGeom>
          <a:noFill xmlns:a="http://schemas.openxmlformats.org/drawingml/2006/main"/>
          <a:ln xmlns:a="http://schemas.openxmlformats.org/drawingml/2006/main" w="19050">
            <a:solidFill>
              <a:srgbClr val="2AA198"/>
            </a:solidFill>
            <a:prstDash val="solid"/>
          </a:ln>
        </p:spPr>
      </p:sp>
      <p:sp>
        <p:nvSpPr>
          <p:cNvPr id="25" name="">
            <a:extLst xmlns:a="http://schemas.openxmlformats.org/drawingml/2006/main">
              <a:ext uri="{FF2B5EF4-FFF2-40B4-BE49-F238E27FC236}">
                <a16:creationId xmlns:a16="http://schemas.microsoft.com/office/drawing/2014/main" id="{6D2FBE66-0F26-49E1-87D6-24535B4DE916}"/>
              </a:ext>
            </a:extLst>
          </p:cNvPr>
          <p:cNvSpPr>
            <a:spLocks xmlns:a="http://schemas.openxmlformats.org/drawingml/2006/main" noGrp="1"/>
          </p:cNvSpPr>
          <p:nvPr/>
        </p:nvSpPr>
        <p:spPr>
          <a:xfrm xmlns:a="http://schemas.openxmlformats.org/drawingml/2006/main">
            <a:off x="4724400" y="5981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350" b="1">
                <a:solidFill>
                  <a:srgbClr val="102A43"/>
                </a:solidFill>
              </a:defRPr>
            </a:defPPr>
            <a:lvl1pPr algn="ctr">
              <a:defRPr sz="1350" b="1">
                <a:solidFill>
                  <a:srgbClr val="102A43"/>
                </a:solidFill>
              </a:defRPr>
            </a:lvl1pPr>
            <a:lvl2pPr algn="ctr">
              <a:defRPr sz="1350" b="1">
                <a:solidFill>
                  <a:srgbClr val="102A43"/>
                </a:solidFill>
              </a:defRPr>
            </a:lvl2pPr>
            <a:lvl3pPr algn="ctr">
              <a:defRPr sz="1350" b="1">
                <a:solidFill>
                  <a:srgbClr val="102A43"/>
                </a:solidFill>
              </a:defRPr>
            </a:lvl3pPr>
            <a:lvl4pPr algn="ctr">
              <a:defRPr sz="1350" b="1">
                <a:solidFill>
                  <a:srgbClr val="102A43"/>
                </a:solidFill>
              </a:defRPr>
            </a:lvl4pPr>
            <a:lvl5pPr algn="ctr">
              <a:defRPr sz="1350" b="1">
                <a:solidFill>
                  <a:srgbClr val="102A43"/>
                </a:solidFill>
              </a:defRPr>
            </a:lvl5pPr>
            <a:lvl6pPr algn="ctr">
              <a:defRPr sz="1350" b="1">
                <a:solidFill>
                  <a:srgbClr val="102A43"/>
                </a:solidFill>
              </a:defRPr>
            </a:lvl6pPr>
            <a:lvl7pPr algn="ctr">
              <a:defRPr sz="1350" b="1">
                <a:solidFill>
                  <a:srgbClr val="102A43"/>
                </a:solidFill>
              </a:defRPr>
            </a:lvl7pPr>
            <a:lvl8pPr algn="ctr">
              <a:defRPr sz="1350" b="1">
                <a:solidFill>
                  <a:srgbClr val="102A43"/>
                </a:solidFill>
              </a:defRPr>
            </a:lvl8pPr>
            <a:lvl9pPr algn="ctr">
              <a:defRPr sz="1350" b="1">
                <a:solidFill>
                  <a:srgbClr val="102A43"/>
                </a:solidFill>
              </a:defRPr>
            </a:lvl9pPr>
          </a:lstStyle>
          <a:p xmlns:a="http://schemas.openxmlformats.org/drawingml/2006/main">
            <a:pPr algn="ctr">
              <a:defRPr sz="1350" b="1">
                <a:solidFill>
                  <a:srgbClr val="102A43"/>
                </a:solidFill>
              </a:defRPr>
            </a:pPr>
            <a:r>
              <a:rPr sz="1350" b="1">
                <a:solidFill>
                  <a:srgbClr val="102A43"/>
                </a:solidFill>
              </a:rPr>
              <a:t>Model output proposes. Policy authorizes.</a:t>
            </a:r>
          </a:p>
        </p:txBody>
      </p:sp>
    </p:spTree>
    <p:extLst>
      <p:ext uri="{BB962C8B-B14F-4D97-AF65-F5344CB8AC3E}">
        <p14:creationId xmlns:p14="http://schemas.microsoft.com/office/powerpoint/2010/main" val="4568030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CA7F17A-FC5C-4D75-B39B-1E4A6D674F24}"/>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AA19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995F08-E3FE-4EB6-B060-BD45DF9545B2}"/>
              </a:ext>
            </a:extLst>
          </p:cNvPr>
          <p:cNvSpPr>
            <a:spLocks xmlns:a="http://schemas.openxmlformats.org/drawingml/2006/main" noGrp="1"/>
          </p:cNvSpPr>
          <p:nvPr/>
        </p:nvSpPr>
        <p:spPr>
          <a:xfrm xmlns:a="http://schemas.openxmlformats.org/drawingml/2006/main">
            <a:off x="628650" y="3048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050" b="1">
                <a:solidFill>
                  <a:srgbClr val="166B91"/>
                </a:solidFill>
              </a:defRPr>
            </a:defPPr>
            <a:lvl1pPr algn="l">
              <a:defRPr sz="1050" b="1">
                <a:solidFill>
                  <a:srgbClr val="166B91"/>
                </a:solidFill>
              </a:defRPr>
            </a:lvl1pPr>
            <a:lvl2pPr algn="l">
              <a:defRPr sz="1050" b="1">
                <a:solidFill>
                  <a:srgbClr val="166B91"/>
                </a:solidFill>
              </a:defRPr>
            </a:lvl2pPr>
            <a:lvl3pPr algn="l">
              <a:defRPr sz="1050" b="1">
                <a:solidFill>
                  <a:srgbClr val="166B91"/>
                </a:solidFill>
              </a:defRPr>
            </a:lvl3pPr>
            <a:lvl4pPr algn="l">
              <a:defRPr sz="1050" b="1">
                <a:solidFill>
                  <a:srgbClr val="166B91"/>
                </a:solidFill>
              </a:defRPr>
            </a:lvl4pPr>
            <a:lvl5pPr algn="l">
              <a:defRPr sz="1050" b="1">
                <a:solidFill>
                  <a:srgbClr val="166B91"/>
                </a:solidFill>
              </a:defRPr>
            </a:lvl5pPr>
            <a:lvl6pPr algn="l">
              <a:defRPr sz="1050" b="1">
                <a:solidFill>
                  <a:srgbClr val="166B91"/>
                </a:solidFill>
              </a:defRPr>
            </a:lvl6pPr>
            <a:lvl7pPr algn="l">
              <a:defRPr sz="1050" b="1">
                <a:solidFill>
                  <a:srgbClr val="166B91"/>
                </a:solidFill>
              </a:defRPr>
            </a:lvl7pPr>
            <a:lvl8pPr algn="l">
              <a:defRPr sz="1050" b="1">
                <a:solidFill>
                  <a:srgbClr val="166B91"/>
                </a:solidFill>
              </a:defRPr>
            </a:lvl8pPr>
            <a:lvl9pPr algn="l">
              <a:defRPr sz="1050" b="1">
                <a:solidFill>
                  <a:srgbClr val="166B91"/>
                </a:solidFill>
              </a:defRPr>
            </a:lvl9pPr>
          </a:lstStyle>
          <a:p xmlns:a="http://schemas.openxmlformats.org/drawingml/2006/main">
            <a:pPr algn="l">
              <a:defRPr sz="1050" b="1">
                <a:solidFill>
                  <a:srgbClr val="166B91"/>
                </a:solidFill>
              </a:defRPr>
            </a:pPr>
            <a:r>
              <a:rPr sz="1050" b="1">
                <a:solidFill>
                  <a:srgbClr val="166B91"/>
                </a:solidFill>
              </a:rPr>
              <a:t>CYBERSECURITY ASSIGNMENT</a:t>
            </a:r>
          </a:p>
        </p:txBody>
      </p:sp>
      <p:sp>
        <p:nvSpPr>
          <p:cNvPr id="3" name="">
            <a:extLst xmlns:a="http://schemas.openxmlformats.org/drawingml/2006/main">
              <a:ext uri="{FF2B5EF4-FFF2-40B4-BE49-F238E27FC236}">
                <a16:creationId xmlns:a16="http://schemas.microsoft.com/office/drawing/2014/main" id="{EA591155-9EA7-42EE-BBCF-4D429489E623}"/>
              </a:ext>
            </a:extLst>
          </p:cNvPr>
          <p:cNvSpPr>
            <a:spLocks xmlns:a="http://schemas.openxmlformats.org/drawingml/2006/main" noGrp="1"/>
          </p:cNvSpPr>
          <p:nvPr/>
        </p:nvSpPr>
        <p:spPr>
          <a:xfrm xmlns:a="http://schemas.openxmlformats.org/drawingml/2006/main">
            <a:off x="628650" y="60960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3000" b="1">
                <a:solidFill>
                  <a:srgbClr val="102A43"/>
                </a:solidFill>
              </a:defRPr>
            </a:defPPr>
            <a:lvl1pPr algn="l">
              <a:defRPr sz="3000" b="1">
                <a:solidFill>
                  <a:srgbClr val="102A43"/>
                </a:solidFill>
              </a:defRPr>
            </a:lvl1pPr>
            <a:lvl2pPr algn="l">
              <a:defRPr sz="3000" b="1">
                <a:solidFill>
                  <a:srgbClr val="102A43"/>
                </a:solidFill>
              </a:defRPr>
            </a:lvl2pPr>
            <a:lvl3pPr algn="l">
              <a:defRPr sz="3000" b="1">
                <a:solidFill>
                  <a:srgbClr val="102A43"/>
                </a:solidFill>
              </a:defRPr>
            </a:lvl3pPr>
            <a:lvl4pPr algn="l">
              <a:defRPr sz="3000" b="1">
                <a:solidFill>
                  <a:srgbClr val="102A43"/>
                </a:solidFill>
              </a:defRPr>
            </a:lvl4pPr>
            <a:lvl5pPr algn="l">
              <a:defRPr sz="3000" b="1">
                <a:solidFill>
                  <a:srgbClr val="102A43"/>
                </a:solidFill>
              </a:defRPr>
            </a:lvl5pPr>
            <a:lvl6pPr algn="l">
              <a:defRPr sz="3000" b="1">
                <a:solidFill>
                  <a:srgbClr val="102A43"/>
                </a:solidFill>
              </a:defRPr>
            </a:lvl6pPr>
            <a:lvl7pPr algn="l">
              <a:defRPr sz="3000" b="1">
                <a:solidFill>
                  <a:srgbClr val="102A43"/>
                </a:solidFill>
              </a:defRPr>
            </a:lvl7pPr>
            <a:lvl8pPr algn="l">
              <a:defRPr sz="3000" b="1">
                <a:solidFill>
                  <a:srgbClr val="102A43"/>
                </a:solidFill>
              </a:defRPr>
            </a:lvl8pPr>
            <a:lvl9pPr algn="l">
              <a:defRPr sz="3000" b="1">
                <a:solidFill>
                  <a:srgbClr val="102A43"/>
                </a:solidFill>
              </a:defRPr>
            </a:lvl9pPr>
          </a:lstStyle>
          <a:p xmlns:a="http://schemas.openxmlformats.org/drawingml/2006/main">
            <a:pPr algn="l">
              <a:defRPr sz="3000" b="1">
                <a:solidFill>
                  <a:srgbClr val="102A43"/>
                </a:solidFill>
              </a:defRPr>
            </a:pPr>
            <a:r>
              <a:rPr sz="3000" b="1">
                <a:solidFill>
                  <a:srgbClr val="102A43"/>
                </a:solidFill>
              </a:rPr>
              <a:t>Five AI risks need layered controls</a:t>
            </a:r>
          </a:p>
        </p:txBody>
      </p:sp>
      <p:sp>
        <p:nvSpPr>
          <p:cNvPr id="4" name="">
            <a:extLst xmlns:a="http://schemas.openxmlformats.org/drawingml/2006/main">
              <a:ext uri="{FF2B5EF4-FFF2-40B4-BE49-F238E27FC236}">
                <a16:creationId xmlns:a16="http://schemas.microsoft.com/office/drawing/2014/main" id="{72947057-E6C1-4BC1-93FD-7A48B0EAC58E}"/>
              </a:ext>
            </a:extLst>
          </p:cNvPr>
          <p:cNvSpPr>
            <a:spLocks xmlns:a="http://schemas.openxmlformats.org/drawingml/2006/main" noGrp="1"/>
          </p:cNvSpPr>
          <p:nvPr/>
        </p:nvSpPr>
        <p:spPr>
          <a:xfrm xmlns:a="http://schemas.openxmlformats.org/drawingml/2006/main">
            <a:off x="628650" y="1257300"/>
            <a:ext cx="10934700" cy="19050"/>
          </a:xfrm>
          <a:prstGeom xmlns:a="http://schemas.openxmlformats.org/drawingml/2006/main" prst="rect">
            <a:avLst/>
          </a:prstGeom>
          <a:solidFill xmlns:a="http://schemas.openxmlformats.org/drawingml/2006/main">
            <a:srgbClr val="B9C9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8CF8D8B-6EA3-4EAC-B264-B9D819E0AC8F}"/>
              </a:ext>
            </a:extLst>
          </p:cNvPr>
          <p:cNvSpPr>
            <a:spLocks xmlns:a="http://schemas.openxmlformats.org/drawingml/2006/main" noGrp="1"/>
          </p:cNvSpPr>
          <p:nvPr/>
        </p:nvSpPr>
        <p:spPr>
          <a:xfrm xmlns:a="http://schemas.openxmlformats.org/drawingml/2006/main">
            <a:off x="628650" y="64770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050" b="0">
                <a:solidFill>
                  <a:srgbClr val="516579"/>
                </a:solidFill>
              </a:defRPr>
            </a:defPPr>
            <a:lvl1pPr algn="l">
              <a:defRPr sz="1050" b="0">
                <a:solidFill>
                  <a:srgbClr val="516579"/>
                </a:solidFill>
              </a:defRPr>
            </a:lvl1pPr>
            <a:lvl2pPr algn="l">
              <a:defRPr sz="1050" b="0">
                <a:solidFill>
                  <a:srgbClr val="516579"/>
                </a:solidFill>
              </a:defRPr>
            </a:lvl2pPr>
            <a:lvl3pPr algn="l">
              <a:defRPr sz="1050" b="0">
                <a:solidFill>
                  <a:srgbClr val="516579"/>
                </a:solidFill>
              </a:defRPr>
            </a:lvl3pPr>
            <a:lvl4pPr algn="l">
              <a:defRPr sz="1050" b="0">
                <a:solidFill>
                  <a:srgbClr val="516579"/>
                </a:solidFill>
              </a:defRPr>
            </a:lvl4pPr>
            <a:lvl5pPr algn="l">
              <a:defRPr sz="1050" b="0">
                <a:solidFill>
                  <a:srgbClr val="516579"/>
                </a:solidFill>
              </a:defRPr>
            </a:lvl5pPr>
            <a:lvl6pPr algn="l">
              <a:defRPr sz="1050" b="0">
                <a:solidFill>
                  <a:srgbClr val="516579"/>
                </a:solidFill>
              </a:defRPr>
            </a:lvl6pPr>
            <a:lvl7pPr algn="l">
              <a:defRPr sz="1050" b="0">
                <a:solidFill>
                  <a:srgbClr val="516579"/>
                </a:solidFill>
              </a:defRPr>
            </a:lvl7pPr>
            <a:lvl8pPr algn="l">
              <a:defRPr sz="1050" b="0">
                <a:solidFill>
                  <a:srgbClr val="516579"/>
                </a:solidFill>
              </a:defRPr>
            </a:lvl8pPr>
            <a:lvl9pPr algn="l">
              <a:defRPr sz="1050" b="0">
                <a:solidFill>
                  <a:srgbClr val="516579"/>
                </a:solidFill>
              </a:defRPr>
            </a:lvl9pPr>
          </a:lstStyle>
          <a:p xmlns:a="http://schemas.openxmlformats.org/drawingml/2006/main">
            <a:pPr algn="l">
              <a:defRPr sz="1050" b="0">
                <a:solidFill>
                  <a:srgbClr val="516579"/>
                </a:solidFill>
              </a:defRPr>
            </a:pPr>
            <a:r>
              <a:rPr sz="1050" b="0">
                <a:solidFill>
                  <a:srgbClr val="516579"/>
                </a:solidFill>
              </a:rPr>
              <a:t>AI root cause and ticket resolution copilot</a:t>
            </a:r>
          </a:p>
        </p:txBody>
      </p:sp>
      <p:sp>
        <p:nvSpPr>
          <p:cNvPr id="6" name="">
            <a:extLst xmlns:a="http://schemas.openxmlformats.org/drawingml/2006/main">
              <a:ext uri="{FF2B5EF4-FFF2-40B4-BE49-F238E27FC236}">
                <a16:creationId xmlns:a16="http://schemas.microsoft.com/office/drawing/2014/main" id="{7C25E29D-C7B6-4975-8072-23E8361631A1}"/>
              </a:ext>
            </a:extLst>
          </p:cNvPr>
          <p:cNvSpPr>
            <a:spLocks xmlns:a="http://schemas.openxmlformats.org/drawingml/2006/main" noGrp="1"/>
          </p:cNvSpPr>
          <p:nvPr/>
        </p:nvSpPr>
        <p:spPr>
          <a:xfrm xmlns:a="http://schemas.openxmlformats.org/drawingml/2006/main">
            <a:off x="1114425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r">
              <a:defRPr sz="1050" b="0">
                <a:solidFill>
                  <a:srgbClr val="516579"/>
                </a:solidFill>
              </a:defRPr>
            </a:defPPr>
            <a:lvl1pPr algn="r">
              <a:defRPr sz="1050" b="0">
                <a:solidFill>
                  <a:srgbClr val="516579"/>
                </a:solidFill>
              </a:defRPr>
            </a:lvl1pPr>
            <a:lvl2pPr algn="r">
              <a:defRPr sz="1050" b="0">
                <a:solidFill>
                  <a:srgbClr val="516579"/>
                </a:solidFill>
              </a:defRPr>
            </a:lvl2pPr>
            <a:lvl3pPr algn="r">
              <a:defRPr sz="1050" b="0">
                <a:solidFill>
                  <a:srgbClr val="516579"/>
                </a:solidFill>
              </a:defRPr>
            </a:lvl3pPr>
            <a:lvl4pPr algn="r">
              <a:defRPr sz="1050" b="0">
                <a:solidFill>
                  <a:srgbClr val="516579"/>
                </a:solidFill>
              </a:defRPr>
            </a:lvl4pPr>
            <a:lvl5pPr algn="r">
              <a:defRPr sz="1050" b="0">
                <a:solidFill>
                  <a:srgbClr val="516579"/>
                </a:solidFill>
              </a:defRPr>
            </a:lvl5pPr>
            <a:lvl6pPr algn="r">
              <a:defRPr sz="1050" b="0">
                <a:solidFill>
                  <a:srgbClr val="516579"/>
                </a:solidFill>
              </a:defRPr>
            </a:lvl6pPr>
            <a:lvl7pPr algn="r">
              <a:defRPr sz="1050" b="0">
                <a:solidFill>
                  <a:srgbClr val="516579"/>
                </a:solidFill>
              </a:defRPr>
            </a:lvl7pPr>
            <a:lvl8pPr algn="r">
              <a:defRPr sz="1050" b="0">
                <a:solidFill>
                  <a:srgbClr val="516579"/>
                </a:solidFill>
              </a:defRPr>
            </a:lvl8pPr>
            <a:lvl9pPr algn="r">
              <a:defRPr sz="1050" b="0">
                <a:solidFill>
                  <a:srgbClr val="516579"/>
                </a:solidFill>
              </a:defRPr>
            </a:lvl9pPr>
          </a:lstStyle>
          <a:p xmlns:a="http://schemas.openxmlformats.org/drawingml/2006/main">
            <a:pPr algn="r">
              <a:defRPr sz="1050" b="0">
                <a:solidFill>
                  <a:srgbClr val="516579"/>
                </a:solidFill>
              </a:defRPr>
            </a:pPr>
            <a:r>
              <a:rPr sz="1050" b="0">
                <a:solidFill>
                  <a:srgbClr val="516579"/>
                </a:solidFill>
              </a:rPr>
              <a:t>5</a:t>
            </a:r>
          </a:p>
        </p:txBody>
      </p:sp>
      <p:sp>
        <p:nvSpPr>
          <p:cNvPr id="7" name="">
            <a:extLst xmlns:a="http://schemas.openxmlformats.org/drawingml/2006/main">
              <a:ext uri="{FF2B5EF4-FFF2-40B4-BE49-F238E27FC236}">
                <a16:creationId xmlns:a16="http://schemas.microsoft.com/office/drawing/2014/main" id="{4BF7558B-EF9A-4368-9602-DDBE0296B75B}"/>
              </a:ext>
            </a:extLst>
          </p:cNvPr>
          <p:cNvSpPr>
            <a:spLocks xmlns:a="http://schemas.openxmlformats.org/drawingml/2006/main" noGrp="1"/>
          </p:cNvSpPr>
          <p:nvPr/>
        </p:nvSpPr>
        <p:spPr>
          <a:xfrm xmlns:a="http://schemas.openxmlformats.org/drawingml/2006/main">
            <a:off x="742950" y="16002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275" b="1">
                <a:solidFill>
                  <a:srgbClr val="166B91"/>
                </a:solidFill>
              </a:defRPr>
            </a:defPPr>
            <a:lvl1pPr algn="l">
              <a:defRPr sz="1275" b="1">
                <a:solidFill>
                  <a:srgbClr val="166B91"/>
                </a:solidFill>
              </a:defRPr>
            </a:lvl1pPr>
            <a:lvl2pPr algn="l">
              <a:defRPr sz="1275" b="1">
                <a:solidFill>
                  <a:srgbClr val="166B91"/>
                </a:solidFill>
              </a:defRPr>
            </a:lvl2pPr>
            <a:lvl3pPr algn="l">
              <a:defRPr sz="1275" b="1">
                <a:solidFill>
                  <a:srgbClr val="166B91"/>
                </a:solidFill>
              </a:defRPr>
            </a:lvl3pPr>
            <a:lvl4pPr algn="l">
              <a:defRPr sz="1275" b="1">
                <a:solidFill>
                  <a:srgbClr val="166B91"/>
                </a:solidFill>
              </a:defRPr>
            </a:lvl4pPr>
            <a:lvl5pPr algn="l">
              <a:defRPr sz="1275" b="1">
                <a:solidFill>
                  <a:srgbClr val="166B91"/>
                </a:solidFill>
              </a:defRPr>
            </a:lvl5pPr>
            <a:lvl6pPr algn="l">
              <a:defRPr sz="1275" b="1">
                <a:solidFill>
                  <a:srgbClr val="166B91"/>
                </a:solidFill>
              </a:defRPr>
            </a:lvl6pPr>
            <a:lvl7pPr algn="l">
              <a:defRPr sz="1275" b="1">
                <a:solidFill>
                  <a:srgbClr val="166B91"/>
                </a:solidFill>
              </a:defRPr>
            </a:lvl7pPr>
            <a:lvl8pPr algn="l">
              <a:defRPr sz="1275" b="1">
                <a:solidFill>
                  <a:srgbClr val="166B91"/>
                </a:solidFill>
              </a:defRPr>
            </a:lvl8pPr>
            <a:lvl9pPr algn="l">
              <a:defRPr sz="1275" b="1">
                <a:solidFill>
                  <a:srgbClr val="166B91"/>
                </a:solidFill>
              </a:defRPr>
            </a:lvl9pPr>
          </a:lstStyle>
          <a:p xmlns:a="http://schemas.openxmlformats.org/drawingml/2006/main">
            <a:pPr algn="l">
              <a:defRPr sz="1275" b="1">
                <a:solidFill>
                  <a:srgbClr val="166B91"/>
                </a:solidFill>
              </a:defRPr>
            </a:pPr>
            <a:r>
              <a:rPr sz="1275" b="1">
                <a:solidFill>
                  <a:srgbClr val="166B91"/>
                </a:solidFill>
              </a:rPr>
              <a:t>Risk</a:t>
            </a:r>
          </a:p>
        </p:txBody>
      </p:sp>
      <p:sp>
        <p:nvSpPr>
          <p:cNvPr id="8" name="">
            <a:extLst xmlns:a="http://schemas.openxmlformats.org/drawingml/2006/main">
              <a:ext uri="{FF2B5EF4-FFF2-40B4-BE49-F238E27FC236}">
                <a16:creationId xmlns:a16="http://schemas.microsoft.com/office/drawing/2014/main" id="{CD277D8B-2F7F-462A-A72D-990A2DEC6304}"/>
              </a:ext>
            </a:extLst>
          </p:cNvPr>
          <p:cNvSpPr>
            <a:spLocks xmlns:a="http://schemas.openxmlformats.org/drawingml/2006/main" noGrp="1"/>
          </p:cNvSpPr>
          <p:nvPr/>
        </p:nvSpPr>
        <p:spPr>
          <a:xfrm xmlns:a="http://schemas.openxmlformats.org/drawingml/2006/main">
            <a:off x="3429000" y="16002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275" b="1">
                <a:solidFill>
                  <a:srgbClr val="166B91"/>
                </a:solidFill>
              </a:defRPr>
            </a:defPPr>
            <a:lvl1pPr algn="l">
              <a:defRPr sz="1275" b="1">
                <a:solidFill>
                  <a:srgbClr val="166B91"/>
                </a:solidFill>
              </a:defRPr>
            </a:lvl1pPr>
            <a:lvl2pPr algn="l">
              <a:defRPr sz="1275" b="1">
                <a:solidFill>
                  <a:srgbClr val="166B91"/>
                </a:solidFill>
              </a:defRPr>
            </a:lvl2pPr>
            <a:lvl3pPr algn="l">
              <a:defRPr sz="1275" b="1">
                <a:solidFill>
                  <a:srgbClr val="166B91"/>
                </a:solidFill>
              </a:defRPr>
            </a:lvl3pPr>
            <a:lvl4pPr algn="l">
              <a:defRPr sz="1275" b="1">
                <a:solidFill>
                  <a:srgbClr val="166B91"/>
                </a:solidFill>
              </a:defRPr>
            </a:lvl4pPr>
            <a:lvl5pPr algn="l">
              <a:defRPr sz="1275" b="1">
                <a:solidFill>
                  <a:srgbClr val="166B91"/>
                </a:solidFill>
              </a:defRPr>
            </a:lvl5pPr>
            <a:lvl6pPr algn="l">
              <a:defRPr sz="1275" b="1">
                <a:solidFill>
                  <a:srgbClr val="166B91"/>
                </a:solidFill>
              </a:defRPr>
            </a:lvl6pPr>
            <a:lvl7pPr algn="l">
              <a:defRPr sz="1275" b="1">
                <a:solidFill>
                  <a:srgbClr val="166B91"/>
                </a:solidFill>
              </a:defRPr>
            </a:lvl7pPr>
            <a:lvl8pPr algn="l">
              <a:defRPr sz="1275" b="1">
                <a:solidFill>
                  <a:srgbClr val="166B91"/>
                </a:solidFill>
              </a:defRPr>
            </a:lvl8pPr>
            <a:lvl9pPr algn="l">
              <a:defRPr sz="1275" b="1">
                <a:solidFill>
                  <a:srgbClr val="166B91"/>
                </a:solidFill>
              </a:defRPr>
            </a:lvl9pPr>
          </a:lstStyle>
          <a:p xmlns:a="http://schemas.openxmlformats.org/drawingml/2006/main">
            <a:pPr algn="l">
              <a:defRPr sz="1275" b="1">
                <a:solidFill>
                  <a:srgbClr val="166B91"/>
                </a:solidFill>
              </a:defRPr>
            </a:pPr>
            <a:r>
              <a:rPr sz="1275" b="1">
                <a:solidFill>
                  <a:srgbClr val="166B91"/>
                </a:solidFill>
              </a:rPr>
              <a:t>Failure in this case</a:t>
            </a:r>
          </a:p>
        </p:txBody>
      </p:sp>
      <p:sp>
        <p:nvSpPr>
          <p:cNvPr id="9" name="">
            <a:extLst xmlns:a="http://schemas.openxmlformats.org/drawingml/2006/main">
              <a:ext uri="{FF2B5EF4-FFF2-40B4-BE49-F238E27FC236}">
                <a16:creationId xmlns:a16="http://schemas.microsoft.com/office/drawing/2014/main" id="{D9F9B330-60AA-49D1-ADAF-5424156531F9}"/>
              </a:ext>
            </a:extLst>
          </p:cNvPr>
          <p:cNvSpPr>
            <a:spLocks xmlns:a="http://schemas.openxmlformats.org/drawingml/2006/main" noGrp="1"/>
          </p:cNvSpPr>
          <p:nvPr/>
        </p:nvSpPr>
        <p:spPr>
          <a:xfrm xmlns:a="http://schemas.openxmlformats.org/drawingml/2006/main">
            <a:off x="7810500" y="16002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275" b="1">
                <a:solidFill>
                  <a:srgbClr val="166B91"/>
                </a:solidFill>
              </a:defRPr>
            </a:defPPr>
            <a:lvl1pPr algn="l">
              <a:defRPr sz="1275" b="1">
                <a:solidFill>
                  <a:srgbClr val="166B91"/>
                </a:solidFill>
              </a:defRPr>
            </a:lvl1pPr>
            <a:lvl2pPr algn="l">
              <a:defRPr sz="1275" b="1">
                <a:solidFill>
                  <a:srgbClr val="166B91"/>
                </a:solidFill>
              </a:defRPr>
            </a:lvl2pPr>
            <a:lvl3pPr algn="l">
              <a:defRPr sz="1275" b="1">
                <a:solidFill>
                  <a:srgbClr val="166B91"/>
                </a:solidFill>
              </a:defRPr>
            </a:lvl3pPr>
            <a:lvl4pPr algn="l">
              <a:defRPr sz="1275" b="1">
                <a:solidFill>
                  <a:srgbClr val="166B91"/>
                </a:solidFill>
              </a:defRPr>
            </a:lvl4pPr>
            <a:lvl5pPr algn="l">
              <a:defRPr sz="1275" b="1">
                <a:solidFill>
                  <a:srgbClr val="166B91"/>
                </a:solidFill>
              </a:defRPr>
            </a:lvl5pPr>
            <a:lvl6pPr algn="l">
              <a:defRPr sz="1275" b="1">
                <a:solidFill>
                  <a:srgbClr val="166B91"/>
                </a:solidFill>
              </a:defRPr>
            </a:lvl6pPr>
            <a:lvl7pPr algn="l">
              <a:defRPr sz="1275" b="1">
                <a:solidFill>
                  <a:srgbClr val="166B91"/>
                </a:solidFill>
              </a:defRPr>
            </a:lvl7pPr>
            <a:lvl8pPr algn="l">
              <a:defRPr sz="1275" b="1">
                <a:solidFill>
                  <a:srgbClr val="166B91"/>
                </a:solidFill>
              </a:defRPr>
            </a:lvl8pPr>
            <a:lvl9pPr algn="l">
              <a:defRPr sz="1275" b="1">
                <a:solidFill>
                  <a:srgbClr val="166B91"/>
                </a:solidFill>
              </a:defRPr>
            </a:lvl9pPr>
          </a:lstStyle>
          <a:p xmlns:a="http://schemas.openxmlformats.org/drawingml/2006/main">
            <a:pPr algn="l">
              <a:defRPr sz="1275" b="1">
                <a:solidFill>
                  <a:srgbClr val="166B91"/>
                </a:solidFill>
              </a:defRPr>
            </a:pPr>
            <a:r>
              <a:rPr sz="1275" b="1">
                <a:solidFill>
                  <a:srgbClr val="166B91"/>
                </a:solidFill>
              </a:rPr>
              <a:t>Primary controls</a:t>
            </a:r>
          </a:p>
        </p:txBody>
      </p:sp>
      <p:sp>
        <p:nvSpPr>
          <p:cNvPr id="10" name="">
            <a:extLst xmlns:a="http://schemas.openxmlformats.org/drawingml/2006/main">
              <a:ext uri="{FF2B5EF4-FFF2-40B4-BE49-F238E27FC236}">
                <a16:creationId xmlns:a16="http://schemas.microsoft.com/office/drawing/2014/main" id="{7919CB25-51BD-493D-95E8-FEC98CF01256}"/>
              </a:ext>
            </a:extLst>
          </p:cNvPr>
          <p:cNvSpPr>
            <a:spLocks xmlns:a="http://schemas.openxmlformats.org/drawingml/2006/main" noGrp="1"/>
          </p:cNvSpPr>
          <p:nvPr/>
        </p:nvSpPr>
        <p:spPr>
          <a:xfrm xmlns:a="http://schemas.openxmlformats.org/drawingml/2006/main">
            <a:off x="666750" y="1981200"/>
            <a:ext cx="10858500" cy="647700"/>
          </a:xfrm>
          <a:prstGeom xmlns:a="http://schemas.openxmlformats.org/drawingml/2006/main" prst="rect">
            <a:avLst/>
          </a:prstGeom>
          <a:solidFill xmlns:a="http://schemas.openxmlformats.org/drawingml/2006/main">
            <a:srgbClr val="EAF2F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734DEF7-C957-42FC-81B2-4BC8B2BC4C69}"/>
              </a:ext>
            </a:extLst>
          </p:cNvPr>
          <p:cNvSpPr>
            <a:spLocks xmlns:a="http://schemas.openxmlformats.org/drawingml/2006/main" noGrp="1"/>
          </p:cNvSpPr>
          <p:nvPr/>
        </p:nvSpPr>
        <p:spPr>
          <a:xfrm xmlns:a="http://schemas.openxmlformats.org/drawingml/2006/main">
            <a:off x="838200" y="2028825"/>
            <a:ext cx="238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75" b="1">
                <a:solidFill>
                  <a:srgbClr val="102A43"/>
                </a:solidFill>
              </a:defRPr>
            </a:defPPr>
            <a:lvl1pPr algn="l">
              <a:defRPr sz="1575" b="1">
                <a:solidFill>
                  <a:srgbClr val="102A43"/>
                </a:solidFill>
              </a:defRPr>
            </a:lvl1pPr>
            <a:lvl2pPr algn="l">
              <a:defRPr sz="1575" b="1">
                <a:solidFill>
                  <a:srgbClr val="102A43"/>
                </a:solidFill>
              </a:defRPr>
            </a:lvl2pPr>
            <a:lvl3pPr algn="l">
              <a:defRPr sz="1575" b="1">
                <a:solidFill>
                  <a:srgbClr val="102A43"/>
                </a:solidFill>
              </a:defRPr>
            </a:lvl3pPr>
            <a:lvl4pPr algn="l">
              <a:defRPr sz="1575" b="1">
                <a:solidFill>
                  <a:srgbClr val="102A43"/>
                </a:solidFill>
              </a:defRPr>
            </a:lvl4pPr>
            <a:lvl5pPr algn="l">
              <a:defRPr sz="1575" b="1">
                <a:solidFill>
                  <a:srgbClr val="102A43"/>
                </a:solidFill>
              </a:defRPr>
            </a:lvl5pPr>
            <a:lvl6pPr algn="l">
              <a:defRPr sz="1575" b="1">
                <a:solidFill>
                  <a:srgbClr val="102A43"/>
                </a:solidFill>
              </a:defRPr>
            </a:lvl6pPr>
            <a:lvl7pPr algn="l">
              <a:defRPr sz="1575" b="1">
                <a:solidFill>
                  <a:srgbClr val="102A43"/>
                </a:solidFill>
              </a:defRPr>
            </a:lvl7pPr>
            <a:lvl8pPr algn="l">
              <a:defRPr sz="1575" b="1">
                <a:solidFill>
                  <a:srgbClr val="102A43"/>
                </a:solidFill>
              </a:defRPr>
            </a:lvl8pPr>
            <a:lvl9pPr algn="l">
              <a:defRPr sz="1575" b="1">
                <a:solidFill>
                  <a:srgbClr val="102A43"/>
                </a:solidFill>
              </a:defRPr>
            </a:lvl9pPr>
          </a:lstStyle>
          <a:p xmlns:a="http://schemas.openxmlformats.org/drawingml/2006/main">
            <a:pPr algn="l">
              <a:defRPr sz="1575" b="1">
                <a:solidFill>
                  <a:srgbClr val="102A43"/>
                </a:solidFill>
              </a:defRPr>
            </a:pPr>
            <a:r>
              <a:rPr sz="1575" b="1">
                <a:solidFill>
                  <a:srgbClr val="102A43"/>
                </a:solidFill>
              </a:rPr>
              <a:t>Prompt injection</a:t>
            </a:r>
          </a:p>
        </p:txBody>
      </p:sp>
      <p:sp>
        <p:nvSpPr>
          <p:cNvPr id="12" name="">
            <a:extLst xmlns:a="http://schemas.openxmlformats.org/drawingml/2006/main">
              <a:ext uri="{FF2B5EF4-FFF2-40B4-BE49-F238E27FC236}">
                <a16:creationId xmlns:a16="http://schemas.microsoft.com/office/drawing/2014/main" id="{C45D0764-4EAC-4E03-8113-931B863D6084}"/>
              </a:ext>
            </a:extLst>
          </p:cNvPr>
          <p:cNvSpPr>
            <a:spLocks xmlns:a="http://schemas.openxmlformats.org/drawingml/2006/main" noGrp="1"/>
          </p:cNvSpPr>
          <p:nvPr/>
        </p:nvSpPr>
        <p:spPr>
          <a:xfrm xmlns:a="http://schemas.openxmlformats.org/drawingml/2006/main">
            <a:off x="3429000" y="2028825"/>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Untrusted ticket/log text changes task intent</a:t>
            </a:r>
          </a:p>
        </p:txBody>
      </p:sp>
      <p:sp>
        <p:nvSpPr>
          <p:cNvPr id="13" name="">
            <a:extLst xmlns:a="http://schemas.openxmlformats.org/drawingml/2006/main">
              <a:ext uri="{FF2B5EF4-FFF2-40B4-BE49-F238E27FC236}">
                <a16:creationId xmlns:a16="http://schemas.microsoft.com/office/drawing/2014/main" id="{A0558E8D-F358-4D1B-8741-D4832CD2BE90}"/>
              </a:ext>
            </a:extLst>
          </p:cNvPr>
          <p:cNvSpPr>
            <a:spLocks xmlns:a="http://schemas.openxmlformats.org/drawingml/2006/main" noGrp="1"/>
          </p:cNvSpPr>
          <p:nvPr/>
        </p:nvSpPr>
        <p:spPr>
          <a:xfrm xmlns:a="http://schemas.openxmlformats.org/drawingml/2006/main">
            <a:off x="7762875" y="2028825"/>
            <a:ext cx="3571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1">
                <a:solidFill>
                  <a:srgbClr val="17324D"/>
                </a:solidFill>
              </a:defRPr>
            </a:defPPr>
            <a:lvl1pPr algn="l">
              <a:defRPr sz="1350" b="1">
                <a:solidFill>
                  <a:srgbClr val="17324D"/>
                </a:solidFill>
              </a:defRPr>
            </a:lvl1pPr>
            <a:lvl2pPr algn="l">
              <a:defRPr sz="1350" b="1">
                <a:solidFill>
                  <a:srgbClr val="17324D"/>
                </a:solidFill>
              </a:defRPr>
            </a:lvl2pPr>
            <a:lvl3pPr algn="l">
              <a:defRPr sz="1350" b="1">
                <a:solidFill>
                  <a:srgbClr val="17324D"/>
                </a:solidFill>
              </a:defRPr>
            </a:lvl3pPr>
            <a:lvl4pPr algn="l">
              <a:defRPr sz="1350" b="1">
                <a:solidFill>
                  <a:srgbClr val="17324D"/>
                </a:solidFill>
              </a:defRPr>
            </a:lvl4pPr>
            <a:lvl5pPr algn="l">
              <a:defRPr sz="1350" b="1">
                <a:solidFill>
                  <a:srgbClr val="17324D"/>
                </a:solidFill>
              </a:defRPr>
            </a:lvl5pPr>
            <a:lvl6pPr algn="l">
              <a:defRPr sz="1350" b="1">
                <a:solidFill>
                  <a:srgbClr val="17324D"/>
                </a:solidFill>
              </a:defRPr>
            </a:lvl6pPr>
            <a:lvl7pPr algn="l">
              <a:defRPr sz="1350" b="1">
                <a:solidFill>
                  <a:srgbClr val="17324D"/>
                </a:solidFill>
              </a:defRPr>
            </a:lvl7pPr>
            <a:lvl8pPr algn="l">
              <a:defRPr sz="1350" b="1">
                <a:solidFill>
                  <a:srgbClr val="17324D"/>
                </a:solidFill>
              </a:defRPr>
            </a:lvl8pPr>
            <a:lvl9pPr algn="l">
              <a:defRPr sz="1350" b="1">
                <a:solidFill>
                  <a:srgbClr val="17324D"/>
                </a:solidFill>
              </a:defRPr>
            </a:lvl9pPr>
          </a:lstStyle>
          <a:p xmlns:a="http://schemas.openxmlformats.org/drawingml/2006/main">
            <a:pPr algn="l">
              <a:defRPr sz="1350" b="1">
                <a:solidFill>
                  <a:srgbClr val="17324D"/>
                </a:solidFill>
              </a:defRPr>
            </a:pPr>
            <a:r>
              <a:rPr sz="1350" b="1">
                <a:solidFill>
                  <a:srgbClr val="17324D"/>
                </a:solidFill>
              </a:rPr>
              <a:t>Evidence isolation + independent policy gate</a:t>
            </a:r>
          </a:p>
        </p:txBody>
      </p:sp>
      <p:sp>
        <p:nvSpPr>
          <p:cNvPr id="14" name="">
            <a:extLst xmlns:a="http://schemas.openxmlformats.org/drawingml/2006/main">
              <a:ext uri="{FF2B5EF4-FFF2-40B4-BE49-F238E27FC236}">
                <a16:creationId xmlns:a16="http://schemas.microsoft.com/office/drawing/2014/main" id="{58DF9674-16E1-42F2-A5DA-0FF93BE00389}"/>
              </a:ext>
            </a:extLst>
          </p:cNvPr>
          <p:cNvSpPr>
            <a:spLocks xmlns:a="http://schemas.openxmlformats.org/drawingml/2006/main" noGrp="1"/>
          </p:cNvSpPr>
          <p:nvPr/>
        </p:nvSpPr>
        <p:spPr>
          <a:xfrm xmlns:a="http://schemas.openxmlformats.org/drawingml/2006/main">
            <a:off x="666750" y="2762250"/>
            <a:ext cx="10858500" cy="647700"/>
          </a:xfrm>
          <a:prstGeom xmlns:a="http://schemas.openxmlformats.org/drawingml/2006/main" prst="rect">
            <a:avLst/>
          </a:prstGeom>
          <a:solidFill xmlns:a="http://schemas.openxmlformats.org/drawingml/2006/main">
            <a:srgbClr val="F5F8F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FEF8483-823C-443E-8930-E8D12A708DA2}"/>
              </a:ext>
            </a:extLst>
          </p:cNvPr>
          <p:cNvSpPr>
            <a:spLocks xmlns:a="http://schemas.openxmlformats.org/drawingml/2006/main" noGrp="1"/>
          </p:cNvSpPr>
          <p:nvPr/>
        </p:nvSpPr>
        <p:spPr>
          <a:xfrm xmlns:a="http://schemas.openxmlformats.org/drawingml/2006/main">
            <a:off x="838200" y="2809875"/>
            <a:ext cx="238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75" b="1">
                <a:solidFill>
                  <a:srgbClr val="102A43"/>
                </a:solidFill>
              </a:defRPr>
            </a:defPPr>
            <a:lvl1pPr algn="l">
              <a:defRPr sz="1575" b="1">
                <a:solidFill>
                  <a:srgbClr val="102A43"/>
                </a:solidFill>
              </a:defRPr>
            </a:lvl1pPr>
            <a:lvl2pPr algn="l">
              <a:defRPr sz="1575" b="1">
                <a:solidFill>
                  <a:srgbClr val="102A43"/>
                </a:solidFill>
              </a:defRPr>
            </a:lvl2pPr>
            <a:lvl3pPr algn="l">
              <a:defRPr sz="1575" b="1">
                <a:solidFill>
                  <a:srgbClr val="102A43"/>
                </a:solidFill>
              </a:defRPr>
            </a:lvl3pPr>
            <a:lvl4pPr algn="l">
              <a:defRPr sz="1575" b="1">
                <a:solidFill>
                  <a:srgbClr val="102A43"/>
                </a:solidFill>
              </a:defRPr>
            </a:lvl4pPr>
            <a:lvl5pPr algn="l">
              <a:defRPr sz="1575" b="1">
                <a:solidFill>
                  <a:srgbClr val="102A43"/>
                </a:solidFill>
              </a:defRPr>
            </a:lvl5pPr>
            <a:lvl6pPr algn="l">
              <a:defRPr sz="1575" b="1">
                <a:solidFill>
                  <a:srgbClr val="102A43"/>
                </a:solidFill>
              </a:defRPr>
            </a:lvl6pPr>
            <a:lvl7pPr algn="l">
              <a:defRPr sz="1575" b="1">
                <a:solidFill>
                  <a:srgbClr val="102A43"/>
                </a:solidFill>
              </a:defRPr>
            </a:lvl7pPr>
            <a:lvl8pPr algn="l">
              <a:defRPr sz="1575" b="1">
                <a:solidFill>
                  <a:srgbClr val="102A43"/>
                </a:solidFill>
              </a:defRPr>
            </a:lvl8pPr>
            <a:lvl9pPr algn="l">
              <a:defRPr sz="1575" b="1">
                <a:solidFill>
                  <a:srgbClr val="102A43"/>
                </a:solidFill>
              </a:defRPr>
            </a:lvl9pPr>
          </a:lstStyle>
          <a:p xmlns:a="http://schemas.openxmlformats.org/drawingml/2006/main">
            <a:pPr algn="l">
              <a:defRPr sz="1575" b="1">
                <a:solidFill>
                  <a:srgbClr val="102A43"/>
                </a:solidFill>
              </a:defRPr>
            </a:pPr>
            <a:r>
              <a:rPr sz="1575" b="1">
                <a:solidFill>
                  <a:srgbClr val="102A43"/>
                </a:solidFill>
              </a:rPr>
              <a:t>Poisoned history</a:t>
            </a:r>
          </a:p>
        </p:txBody>
      </p:sp>
      <p:sp>
        <p:nvSpPr>
          <p:cNvPr id="16" name="">
            <a:extLst xmlns:a="http://schemas.openxmlformats.org/drawingml/2006/main">
              <a:ext uri="{FF2B5EF4-FFF2-40B4-BE49-F238E27FC236}">
                <a16:creationId xmlns:a16="http://schemas.microsoft.com/office/drawing/2014/main" id="{C86469B3-DED6-47D1-A960-75E576C36223}"/>
              </a:ext>
            </a:extLst>
          </p:cNvPr>
          <p:cNvSpPr>
            <a:spLocks xmlns:a="http://schemas.openxmlformats.org/drawingml/2006/main" noGrp="1"/>
          </p:cNvSpPr>
          <p:nvPr/>
        </p:nvSpPr>
        <p:spPr>
          <a:xfrm xmlns:a="http://schemas.openxmlformats.org/drawingml/2006/main">
            <a:off x="3429000" y="2809875"/>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False past fixes bias future recommendations</a:t>
            </a:r>
          </a:p>
        </p:txBody>
      </p:sp>
      <p:sp>
        <p:nvSpPr>
          <p:cNvPr id="17" name="">
            <a:extLst xmlns:a="http://schemas.openxmlformats.org/drawingml/2006/main">
              <a:ext uri="{FF2B5EF4-FFF2-40B4-BE49-F238E27FC236}">
                <a16:creationId xmlns:a16="http://schemas.microsoft.com/office/drawing/2014/main" id="{6CF1641E-3344-4123-89EE-5A77C031E40C}"/>
              </a:ext>
            </a:extLst>
          </p:cNvPr>
          <p:cNvSpPr>
            <a:spLocks xmlns:a="http://schemas.openxmlformats.org/drawingml/2006/main" noGrp="1"/>
          </p:cNvSpPr>
          <p:nvPr/>
        </p:nvSpPr>
        <p:spPr>
          <a:xfrm xmlns:a="http://schemas.openxmlformats.org/drawingml/2006/main">
            <a:off x="7762875" y="2809875"/>
            <a:ext cx="3571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1">
                <a:solidFill>
                  <a:srgbClr val="17324D"/>
                </a:solidFill>
              </a:defRPr>
            </a:defPPr>
            <a:lvl1pPr algn="l">
              <a:defRPr sz="1350" b="1">
                <a:solidFill>
                  <a:srgbClr val="17324D"/>
                </a:solidFill>
              </a:defRPr>
            </a:lvl1pPr>
            <a:lvl2pPr algn="l">
              <a:defRPr sz="1350" b="1">
                <a:solidFill>
                  <a:srgbClr val="17324D"/>
                </a:solidFill>
              </a:defRPr>
            </a:lvl2pPr>
            <a:lvl3pPr algn="l">
              <a:defRPr sz="1350" b="1">
                <a:solidFill>
                  <a:srgbClr val="17324D"/>
                </a:solidFill>
              </a:defRPr>
            </a:lvl3pPr>
            <a:lvl4pPr algn="l">
              <a:defRPr sz="1350" b="1">
                <a:solidFill>
                  <a:srgbClr val="17324D"/>
                </a:solidFill>
              </a:defRPr>
            </a:lvl4pPr>
            <a:lvl5pPr algn="l">
              <a:defRPr sz="1350" b="1">
                <a:solidFill>
                  <a:srgbClr val="17324D"/>
                </a:solidFill>
              </a:defRPr>
            </a:lvl5pPr>
            <a:lvl6pPr algn="l">
              <a:defRPr sz="1350" b="1">
                <a:solidFill>
                  <a:srgbClr val="17324D"/>
                </a:solidFill>
              </a:defRPr>
            </a:lvl6pPr>
            <a:lvl7pPr algn="l">
              <a:defRPr sz="1350" b="1">
                <a:solidFill>
                  <a:srgbClr val="17324D"/>
                </a:solidFill>
              </a:defRPr>
            </a:lvl7pPr>
            <a:lvl8pPr algn="l">
              <a:defRPr sz="1350" b="1">
                <a:solidFill>
                  <a:srgbClr val="17324D"/>
                </a:solidFill>
              </a:defRPr>
            </a:lvl8pPr>
            <a:lvl9pPr algn="l">
              <a:defRPr sz="1350" b="1">
                <a:solidFill>
                  <a:srgbClr val="17324D"/>
                </a:solidFill>
              </a:defRPr>
            </a:lvl9pPr>
          </a:lstStyle>
          <a:p xmlns:a="http://schemas.openxmlformats.org/drawingml/2006/main">
            <a:pPr algn="l">
              <a:defRPr sz="1350" b="1">
                <a:solidFill>
                  <a:srgbClr val="17324D"/>
                </a:solidFill>
              </a:defRPr>
            </a:pPr>
            <a:r>
              <a:rPr sz="1350" b="1">
                <a:solidFill>
                  <a:srgbClr val="17324D"/>
                </a:solidFill>
              </a:rPr>
              <a:t>Verified provenance + index rebuild and tests</a:t>
            </a:r>
          </a:p>
        </p:txBody>
      </p:sp>
      <p:sp>
        <p:nvSpPr>
          <p:cNvPr id="18" name="">
            <a:extLst xmlns:a="http://schemas.openxmlformats.org/drawingml/2006/main">
              <a:ext uri="{FF2B5EF4-FFF2-40B4-BE49-F238E27FC236}">
                <a16:creationId xmlns:a16="http://schemas.microsoft.com/office/drawing/2014/main" id="{67043F0F-26B5-4DFE-B1FE-7358871B53A2}"/>
              </a:ext>
            </a:extLst>
          </p:cNvPr>
          <p:cNvSpPr>
            <a:spLocks xmlns:a="http://schemas.openxmlformats.org/drawingml/2006/main" noGrp="1"/>
          </p:cNvSpPr>
          <p:nvPr/>
        </p:nvSpPr>
        <p:spPr>
          <a:xfrm xmlns:a="http://schemas.openxmlformats.org/drawingml/2006/main">
            <a:off x="666750" y="3543300"/>
            <a:ext cx="10858500" cy="647700"/>
          </a:xfrm>
          <a:prstGeom xmlns:a="http://schemas.openxmlformats.org/drawingml/2006/main" prst="rect">
            <a:avLst/>
          </a:prstGeom>
          <a:solidFill xmlns:a="http://schemas.openxmlformats.org/drawingml/2006/main">
            <a:srgbClr val="EAF2F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7C80448-ADB9-47D1-A431-A1A9B5B30CC4}"/>
              </a:ext>
            </a:extLst>
          </p:cNvPr>
          <p:cNvSpPr>
            <a:spLocks xmlns:a="http://schemas.openxmlformats.org/drawingml/2006/main" noGrp="1"/>
          </p:cNvSpPr>
          <p:nvPr/>
        </p:nvSpPr>
        <p:spPr>
          <a:xfrm xmlns:a="http://schemas.openxmlformats.org/drawingml/2006/main">
            <a:off x="838200" y="3590925"/>
            <a:ext cx="238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75" b="1">
                <a:solidFill>
                  <a:srgbClr val="102A43"/>
                </a:solidFill>
              </a:defRPr>
            </a:defPPr>
            <a:lvl1pPr algn="l">
              <a:defRPr sz="1575" b="1">
                <a:solidFill>
                  <a:srgbClr val="102A43"/>
                </a:solidFill>
              </a:defRPr>
            </a:lvl1pPr>
            <a:lvl2pPr algn="l">
              <a:defRPr sz="1575" b="1">
                <a:solidFill>
                  <a:srgbClr val="102A43"/>
                </a:solidFill>
              </a:defRPr>
            </a:lvl2pPr>
            <a:lvl3pPr algn="l">
              <a:defRPr sz="1575" b="1">
                <a:solidFill>
                  <a:srgbClr val="102A43"/>
                </a:solidFill>
              </a:defRPr>
            </a:lvl3pPr>
            <a:lvl4pPr algn="l">
              <a:defRPr sz="1575" b="1">
                <a:solidFill>
                  <a:srgbClr val="102A43"/>
                </a:solidFill>
              </a:defRPr>
            </a:lvl4pPr>
            <a:lvl5pPr algn="l">
              <a:defRPr sz="1575" b="1">
                <a:solidFill>
                  <a:srgbClr val="102A43"/>
                </a:solidFill>
              </a:defRPr>
            </a:lvl5pPr>
            <a:lvl6pPr algn="l">
              <a:defRPr sz="1575" b="1">
                <a:solidFill>
                  <a:srgbClr val="102A43"/>
                </a:solidFill>
              </a:defRPr>
            </a:lvl6pPr>
            <a:lvl7pPr algn="l">
              <a:defRPr sz="1575" b="1">
                <a:solidFill>
                  <a:srgbClr val="102A43"/>
                </a:solidFill>
              </a:defRPr>
            </a:lvl7pPr>
            <a:lvl8pPr algn="l">
              <a:defRPr sz="1575" b="1">
                <a:solidFill>
                  <a:srgbClr val="102A43"/>
                </a:solidFill>
              </a:defRPr>
            </a:lvl8pPr>
            <a:lvl9pPr algn="l">
              <a:defRPr sz="1575" b="1">
                <a:solidFill>
                  <a:srgbClr val="102A43"/>
                </a:solidFill>
              </a:defRPr>
            </a:lvl9pPr>
          </a:lstStyle>
          <a:p xmlns:a="http://schemas.openxmlformats.org/drawingml/2006/main">
            <a:pPr algn="l">
              <a:defRPr sz="1575" b="1">
                <a:solidFill>
                  <a:srgbClr val="102A43"/>
                </a:solidFill>
              </a:defRPr>
            </a:pPr>
            <a:r>
              <a:rPr sz="1575" b="1">
                <a:solidFill>
                  <a:srgbClr val="102A43"/>
                </a:solidFill>
              </a:rPr>
              <a:t>Sensitive answers</a:t>
            </a:r>
          </a:p>
        </p:txBody>
      </p:sp>
      <p:sp>
        <p:nvSpPr>
          <p:cNvPr id="20" name="">
            <a:extLst xmlns:a="http://schemas.openxmlformats.org/drawingml/2006/main">
              <a:ext uri="{FF2B5EF4-FFF2-40B4-BE49-F238E27FC236}">
                <a16:creationId xmlns:a16="http://schemas.microsoft.com/office/drawing/2014/main" id="{B5CB6D92-3C7C-468E-AB48-500137D668D3}"/>
              </a:ext>
            </a:extLst>
          </p:cNvPr>
          <p:cNvSpPr>
            <a:spLocks xmlns:a="http://schemas.openxmlformats.org/drawingml/2006/main" noGrp="1"/>
          </p:cNvSpPr>
          <p:nvPr/>
        </p:nvSpPr>
        <p:spPr>
          <a:xfrm xmlns:a="http://schemas.openxmlformats.org/drawingml/2006/main">
            <a:off x="3429000" y="3590925"/>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Secrets or personal data repeat in output</a:t>
            </a:r>
          </a:p>
        </p:txBody>
      </p:sp>
      <p:sp>
        <p:nvSpPr>
          <p:cNvPr id="21" name="">
            <a:extLst xmlns:a="http://schemas.openxmlformats.org/drawingml/2006/main">
              <a:ext uri="{FF2B5EF4-FFF2-40B4-BE49-F238E27FC236}">
                <a16:creationId xmlns:a16="http://schemas.microsoft.com/office/drawing/2014/main" id="{A9A4EBCD-8646-4617-AEFE-5F145395916A}"/>
              </a:ext>
            </a:extLst>
          </p:cNvPr>
          <p:cNvSpPr>
            <a:spLocks xmlns:a="http://schemas.openxmlformats.org/drawingml/2006/main" noGrp="1"/>
          </p:cNvSpPr>
          <p:nvPr/>
        </p:nvSpPr>
        <p:spPr>
          <a:xfrm xmlns:a="http://schemas.openxmlformats.org/drawingml/2006/main">
            <a:off x="7762875" y="3590925"/>
            <a:ext cx="3571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1">
                <a:solidFill>
                  <a:srgbClr val="17324D"/>
                </a:solidFill>
              </a:defRPr>
            </a:defPPr>
            <a:lvl1pPr algn="l">
              <a:defRPr sz="1350" b="1">
                <a:solidFill>
                  <a:srgbClr val="17324D"/>
                </a:solidFill>
              </a:defRPr>
            </a:lvl1pPr>
            <a:lvl2pPr algn="l">
              <a:defRPr sz="1350" b="1">
                <a:solidFill>
                  <a:srgbClr val="17324D"/>
                </a:solidFill>
              </a:defRPr>
            </a:lvl2pPr>
            <a:lvl3pPr algn="l">
              <a:defRPr sz="1350" b="1">
                <a:solidFill>
                  <a:srgbClr val="17324D"/>
                </a:solidFill>
              </a:defRPr>
            </a:lvl3pPr>
            <a:lvl4pPr algn="l">
              <a:defRPr sz="1350" b="1">
                <a:solidFill>
                  <a:srgbClr val="17324D"/>
                </a:solidFill>
              </a:defRPr>
            </a:lvl4pPr>
            <a:lvl5pPr algn="l">
              <a:defRPr sz="1350" b="1">
                <a:solidFill>
                  <a:srgbClr val="17324D"/>
                </a:solidFill>
              </a:defRPr>
            </a:lvl5pPr>
            <a:lvl6pPr algn="l">
              <a:defRPr sz="1350" b="1">
                <a:solidFill>
                  <a:srgbClr val="17324D"/>
                </a:solidFill>
              </a:defRPr>
            </a:lvl6pPr>
            <a:lvl7pPr algn="l">
              <a:defRPr sz="1350" b="1">
                <a:solidFill>
                  <a:srgbClr val="17324D"/>
                </a:solidFill>
              </a:defRPr>
            </a:lvl7pPr>
            <a:lvl8pPr algn="l">
              <a:defRPr sz="1350" b="1">
                <a:solidFill>
                  <a:srgbClr val="17324D"/>
                </a:solidFill>
              </a:defRPr>
            </a:lvl8pPr>
            <a:lvl9pPr algn="l">
              <a:defRPr sz="1350" b="1">
                <a:solidFill>
                  <a:srgbClr val="17324D"/>
                </a:solidFill>
              </a:defRPr>
            </a:lvl9pPr>
          </a:lstStyle>
          <a:p xmlns:a="http://schemas.openxmlformats.org/drawingml/2006/main">
            <a:pPr algn="l">
              <a:defRPr sz="1350" b="1">
                <a:solidFill>
                  <a:srgbClr val="17324D"/>
                </a:solidFill>
              </a:defRPr>
            </a:pPr>
            <a:r>
              <a:rPr sz="1350" b="1">
                <a:solidFill>
                  <a:srgbClr val="17324D"/>
                </a:solidFill>
              </a:rPr>
              <a:t>Pre-model masking + output DLP</a:t>
            </a:r>
          </a:p>
        </p:txBody>
      </p:sp>
      <p:sp>
        <p:nvSpPr>
          <p:cNvPr id="22" name="">
            <a:extLst xmlns:a="http://schemas.openxmlformats.org/drawingml/2006/main">
              <a:ext uri="{FF2B5EF4-FFF2-40B4-BE49-F238E27FC236}">
                <a16:creationId xmlns:a16="http://schemas.microsoft.com/office/drawing/2014/main" id="{56451EB9-68AE-412B-8A52-577B529BFEC7}"/>
              </a:ext>
            </a:extLst>
          </p:cNvPr>
          <p:cNvSpPr>
            <a:spLocks xmlns:a="http://schemas.openxmlformats.org/drawingml/2006/main" noGrp="1"/>
          </p:cNvSpPr>
          <p:nvPr/>
        </p:nvSpPr>
        <p:spPr>
          <a:xfrm xmlns:a="http://schemas.openxmlformats.org/drawingml/2006/main">
            <a:off x="666750" y="4324350"/>
            <a:ext cx="10858500" cy="647700"/>
          </a:xfrm>
          <a:prstGeom xmlns:a="http://schemas.openxmlformats.org/drawingml/2006/main" prst="rect">
            <a:avLst/>
          </a:prstGeom>
          <a:solidFill xmlns:a="http://schemas.openxmlformats.org/drawingml/2006/main">
            <a:srgbClr val="F5F8F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6A1F18B-D635-4152-9BB5-99F09C2BF149}"/>
              </a:ext>
            </a:extLst>
          </p:cNvPr>
          <p:cNvSpPr>
            <a:spLocks xmlns:a="http://schemas.openxmlformats.org/drawingml/2006/main" noGrp="1"/>
          </p:cNvSpPr>
          <p:nvPr/>
        </p:nvSpPr>
        <p:spPr>
          <a:xfrm xmlns:a="http://schemas.openxmlformats.org/drawingml/2006/main">
            <a:off x="838200" y="4371975"/>
            <a:ext cx="238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75" b="1">
                <a:solidFill>
                  <a:srgbClr val="102A43"/>
                </a:solidFill>
              </a:defRPr>
            </a:defPPr>
            <a:lvl1pPr algn="l">
              <a:defRPr sz="1575" b="1">
                <a:solidFill>
                  <a:srgbClr val="102A43"/>
                </a:solidFill>
              </a:defRPr>
            </a:lvl1pPr>
            <a:lvl2pPr algn="l">
              <a:defRPr sz="1575" b="1">
                <a:solidFill>
                  <a:srgbClr val="102A43"/>
                </a:solidFill>
              </a:defRPr>
            </a:lvl2pPr>
            <a:lvl3pPr algn="l">
              <a:defRPr sz="1575" b="1">
                <a:solidFill>
                  <a:srgbClr val="102A43"/>
                </a:solidFill>
              </a:defRPr>
            </a:lvl3pPr>
            <a:lvl4pPr algn="l">
              <a:defRPr sz="1575" b="1">
                <a:solidFill>
                  <a:srgbClr val="102A43"/>
                </a:solidFill>
              </a:defRPr>
            </a:lvl4pPr>
            <a:lvl5pPr algn="l">
              <a:defRPr sz="1575" b="1">
                <a:solidFill>
                  <a:srgbClr val="102A43"/>
                </a:solidFill>
              </a:defRPr>
            </a:lvl5pPr>
            <a:lvl6pPr algn="l">
              <a:defRPr sz="1575" b="1">
                <a:solidFill>
                  <a:srgbClr val="102A43"/>
                </a:solidFill>
              </a:defRPr>
            </a:lvl6pPr>
            <a:lvl7pPr algn="l">
              <a:defRPr sz="1575" b="1">
                <a:solidFill>
                  <a:srgbClr val="102A43"/>
                </a:solidFill>
              </a:defRPr>
            </a:lvl7pPr>
            <a:lvl8pPr algn="l">
              <a:defRPr sz="1575" b="1">
                <a:solidFill>
                  <a:srgbClr val="102A43"/>
                </a:solidFill>
              </a:defRPr>
            </a:lvl8pPr>
            <a:lvl9pPr algn="l">
              <a:defRPr sz="1575" b="1">
                <a:solidFill>
                  <a:srgbClr val="102A43"/>
                </a:solidFill>
              </a:defRPr>
            </a:lvl9pPr>
          </a:lstStyle>
          <a:p xmlns:a="http://schemas.openxmlformats.org/drawingml/2006/main">
            <a:pPr algn="l">
              <a:defRPr sz="1575" b="1">
                <a:solidFill>
                  <a:srgbClr val="102A43"/>
                </a:solidFill>
              </a:defRPr>
            </a:pPr>
            <a:r>
              <a:rPr sz="1575" b="1">
                <a:solidFill>
                  <a:srgbClr val="102A43"/>
                </a:solidFill>
              </a:rPr>
              <a:t>Hallucinated fixes</a:t>
            </a:r>
          </a:p>
        </p:txBody>
      </p:sp>
      <p:sp>
        <p:nvSpPr>
          <p:cNvPr id="24" name="">
            <a:extLst xmlns:a="http://schemas.openxmlformats.org/drawingml/2006/main">
              <a:ext uri="{FF2B5EF4-FFF2-40B4-BE49-F238E27FC236}">
                <a16:creationId xmlns:a16="http://schemas.microsoft.com/office/drawing/2014/main" id="{50A76A20-3104-4C89-8E4E-9951AAEE74F5}"/>
              </a:ext>
            </a:extLst>
          </p:cNvPr>
          <p:cNvSpPr>
            <a:spLocks xmlns:a="http://schemas.openxmlformats.org/drawingml/2006/main" noGrp="1"/>
          </p:cNvSpPr>
          <p:nvPr/>
        </p:nvSpPr>
        <p:spPr>
          <a:xfrm xmlns:a="http://schemas.openxmlformats.org/drawingml/2006/main">
            <a:off x="3429000" y="4371975"/>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Unsupported diagnosis causes damage</a:t>
            </a:r>
          </a:p>
        </p:txBody>
      </p:sp>
      <p:sp>
        <p:nvSpPr>
          <p:cNvPr id="25" name="">
            <a:extLst xmlns:a="http://schemas.openxmlformats.org/drawingml/2006/main">
              <a:ext uri="{FF2B5EF4-FFF2-40B4-BE49-F238E27FC236}">
                <a16:creationId xmlns:a16="http://schemas.microsoft.com/office/drawing/2014/main" id="{69CE70EF-90C3-402F-B05C-47F0E677FA86}"/>
              </a:ext>
            </a:extLst>
          </p:cNvPr>
          <p:cNvSpPr>
            <a:spLocks xmlns:a="http://schemas.openxmlformats.org/drawingml/2006/main" noGrp="1"/>
          </p:cNvSpPr>
          <p:nvPr/>
        </p:nvSpPr>
        <p:spPr>
          <a:xfrm xmlns:a="http://schemas.openxmlformats.org/drawingml/2006/main">
            <a:off x="7762875" y="4371975"/>
            <a:ext cx="3571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1">
                <a:solidFill>
                  <a:srgbClr val="17324D"/>
                </a:solidFill>
              </a:defRPr>
            </a:defPPr>
            <a:lvl1pPr algn="l">
              <a:defRPr sz="1350" b="1">
                <a:solidFill>
                  <a:srgbClr val="17324D"/>
                </a:solidFill>
              </a:defRPr>
            </a:lvl1pPr>
            <a:lvl2pPr algn="l">
              <a:defRPr sz="1350" b="1">
                <a:solidFill>
                  <a:srgbClr val="17324D"/>
                </a:solidFill>
              </a:defRPr>
            </a:lvl2pPr>
            <a:lvl3pPr algn="l">
              <a:defRPr sz="1350" b="1">
                <a:solidFill>
                  <a:srgbClr val="17324D"/>
                </a:solidFill>
              </a:defRPr>
            </a:lvl3pPr>
            <a:lvl4pPr algn="l">
              <a:defRPr sz="1350" b="1">
                <a:solidFill>
                  <a:srgbClr val="17324D"/>
                </a:solidFill>
              </a:defRPr>
            </a:lvl4pPr>
            <a:lvl5pPr algn="l">
              <a:defRPr sz="1350" b="1">
                <a:solidFill>
                  <a:srgbClr val="17324D"/>
                </a:solidFill>
              </a:defRPr>
            </a:lvl5pPr>
            <a:lvl6pPr algn="l">
              <a:defRPr sz="1350" b="1">
                <a:solidFill>
                  <a:srgbClr val="17324D"/>
                </a:solidFill>
              </a:defRPr>
            </a:lvl6pPr>
            <a:lvl7pPr algn="l">
              <a:defRPr sz="1350" b="1">
                <a:solidFill>
                  <a:srgbClr val="17324D"/>
                </a:solidFill>
              </a:defRPr>
            </a:lvl7pPr>
            <a:lvl8pPr algn="l">
              <a:defRPr sz="1350" b="1">
                <a:solidFill>
                  <a:srgbClr val="17324D"/>
                </a:solidFill>
              </a:defRPr>
            </a:lvl8pPr>
            <a:lvl9pPr algn="l">
              <a:defRPr sz="1350" b="1">
                <a:solidFill>
                  <a:srgbClr val="17324D"/>
                </a:solidFill>
              </a:defRPr>
            </a:lvl9pPr>
          </a:lstStyle>
          <a:p xmlns:a="http://schemas.openxmlformats.org/drawingml/2006/main">
            <a:pPr algn="l">
              <a:defRPr sz="1350" b="1">
                <a:solidFill>
                  <a:srgbClr val="17324D"/>
                </a:solidFill>
              </a:defRPr>
            </a:pPr>
            <a:r>
              <a:rPr sz="1350" b="1">
                <a:solidFill>
                  <a:srgbClr val="17324D"/>
                </a:solidFill>
              </a:rPr>
              <a:t>Evidence citations + abstain + runbook approval</a:t>
            </a:r>
          </a:p>
        </p:txBody>
      </p:sp>
      <p:sp>
        <p:nvSpPr>
          <p:cNvPr id="26" name="">
            <a:extLst xmlns:a="http://schemas.openxmlformats.org/drawingml/2006/main">
              <a:ext uri="{FF2B5EF4-FFF2-40B4-BE49-F238E27FC236}">
                <a16:creationId xmlns:a16="http://schemas.microsoft.com/office/drawing/2014/main" id="{590F21F9-C0E8-4969-9233-DD7F55F51077}"/>
              </a:ext>
            </a:extLst>
          </p:cNvPr>
          <p:cNvSpPr>
            <a:spLocks xmlns:a="http://schemas.openxmlformats.org/drawingml/2006/main" noGrp="1"/>
          </p:cNvSpPr>
          <p:nvPr/>
        </p:nvSpPr>
        <p:spPr>
          <a:xfrm xmlns:a="http://schemas.openxmlformats.org/drawingml/2006/main">
            <a:off x="666750" y="5105400"/>
            <a:ext cx="10858500" cy="647700"/>
          </a:xfrm>
          <a:prstGeom xmlns:a="http://schemas.openxmlformats.org/drawingml/2006/main" prst="rect">
            <a:avLst/>
          </a:prstGeom>
          <a:solidFill xmlns:a="http://schemas.openxmlformats.org/drawingml/2006/main">
            <a:srgbClr val="EAF2F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90EF3C4-81EB-4842-A902-EB0DD8C4ABFF}"/>
              </a:ext>
            </a:extLst>
          </p:cNvPr>
          <p:cNvSpPr>
            <a:spLocks xmlns:a="http://schemas.openxmlformats.org/drawingml/2006/main" noGrp="1"/>
          </p:cNvSpPr>
          <p:nvPr/>
        </p:nvSpPr>
        <p:spPr>
          <a:xfrm xmlns:a="http://schemas.openxmlformats.org/drawingml/2006/main">
            <a:off x="838200" y="5153025"/>
            <a:ext cx="238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75" b="1">
                <a:solidFill>
                  <a:srgbClr val="102A43"/>
                </a:solidFill>
              </a:defRPr>
            </a:defPPr>
            <a:lvl1pPr algn="l">
              <a:defRPr sz="1575" b="1">
                <a:solidFill>
                  <a:srgbClr val="102A43"/>
                </a:solidFill>
              </a:defRPr>
            </a:lvl1pPr>
            <a:lvl2pPr algn="l">
              <a:defRPr sz="1575" b="1">
                <a:solidFill>
                  <a:srgbClr val="102A43"/>
                </a:solidFill>
              </a:defRPr>
            </a:lvl2pPr>
            <a:lvl3pPr algn="l">
              <a:defRPr sz="1575" b="1">
                <a:solidFill>
                  <a:srgbClr val="102A43"/>
                </a:solidFill>
              </a:defRPr>
            </a:lvl3pPr>
            <a:lvl4pPr algn="l">
              <a:defRPr sz="1575" b="1">
                <a:solidFill>
                  <a:srgbClr val="102A43"/>
                </a:solidFill>
              </a:defRPr>
            </a:lvl4pPr>
            <a:lvl5pPr algn="l">
              <a:defRPr sz="1575" b="1">
                <a:solidFill>
                  <a:srgbClr val="102A43"/>
                </a:solidFill>
              </a:defRPr>
            </a:lvl5pPr>
            <a:lvl6pPr algn="l">
              <a:defRPr sz="1575" b="1">
                <a:solidFill>
                  <a:srgbClr val="102A43"/>
                </a:solidFill>
              </a:defRPr>
            </a:lvl6pPr>
            <a:lvl7pPr algn="l">
              <a:defRPr sz="1575" b="1">
                <a:solidFill>
                  <a:srgbClr val="102A43"/>
                </a:solidFill>
              </a:defRPr>
            </a:lvl7pPr>
            <a:lvl8pPr algn="l">
              <a:defRPr sz="1575" b="1">
                <a:solidFill>
                  <a:srgbClr val="102A43"/>
                </a:solidFill>
              </a:defRPr>
            </a:lvl8pPr>
            <a:lvl9pPr algn="l">
              <a:defRPr sz="1575" b="1">
                <a:solidFill>
                  <a:srgbClr val="102A43"/>
                </a:solidFill>
              </a:defRPr>
            </a:lvl9pPr>
          </a:lstStyle>
          <a:p xmlns:a="http://schemas.openxmlformats.org/drawingml/2006/main">
            <a:pPr algn="l">
              <a:defRPr sz="1575" b="1">
                <a:solidFill>
                  <a:srgbClr val="102A43"/>
                </a:solidFill>
              </a:defRPr>
            </a:pPr>
            <a:r>
              <a:rPr sz="1575" b="1">
                <a:solidFill>
                  <a:srgbClr val="102A43"/>
                </a:solidFill>
              </a:rPr>
              <a:t>Excessive agency</a:t>
            </a:r>
          </a:p>
        </p:txBody>
      </p:sp>
      <p:sp>
        <p:nvSpPr>
          <p:cNvPr id="28" name="">
            <a:extLst xmlns:a="http://schemas.openxmlformats.org/drawingml/2006/main">
              <a:ext uri="{FF2B5EF4-FFF2-40B4-BE49-F238E27FC236}">
                <a16:creationId xmlns:a16="http://schemas.microsoft.com/office/drawing/2014/main" id="{0CD2E972-F2D5-4966-BFBE-6DC115C5C8BC}"/>
              </a:ext>
            </a:extLst>
          </p:cNvPr>
          <p:cNvSpPr>
            <a:spLocks xmlns:a="http://schemas.openxmlformats.org/drawingml/2006/main" noGrp="1"/>
          </p:cNvSpPr>
          <p:nvPr/>
        </p:nvSpPr>
        <p:spPr>
          <a:xfrm xmlns:a="http://schemas.openxmlformats.org/drawingml/2006/main">
            <a:off x="3429000" y="5153025"/>
            <a:ext cx="3905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Model chains tools beyond its remit</a:t>
            </a:r>
          </a:p>
        </p:txBody>
      </p:sp>
      <p:sp>
        <p:nvSpPr>
          <p:cNvPr id="29" name="">
            <a:extLst xmlns:a="http://schemas.openxmlformats.org/drawingml/2006/main">
              <a:ext uri="{FF2B5EF4-FFF2-40B4-BE49-F238E27FC236}">
                <a16:creationId xmlns:a16="http://schemas.microsoft.com/office/drawing/2014/main" id="{610C966B-096A-4763-B9BC-662DF8D5CAB9}"/>
              </a:ext>
            </a:extLst>
          </p:cNvPr>
          <p:cNvSpPr>
            <a:spLocks xmlns:a="http://schemas.openxmlformats.org/drawingml/2006/main" noGrp="1"/>
          </p:cNvSpPr>
          <p:nvPr/>
        </p:nvSpPr>
        <p:spPr>
          <a:xfrm xmlns:a="http://schemas.openxmlformats.org/drawingml/2006/main">
            <a:off x="7762875" y="5153025"/>
            <a:ext cx="3571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1">
                <a:solidFill>
                  <a:srgbClr val="17324D"/>
                </a:solidFill>
              </a:defRPr>
            </a:defPPr>
            <a:lvl1pPr algn="l">
              <a:defRPr sz="1350" b="1">
                <a:solidFill>
                  <a:srgbClr val="17324D"/>
                </a:solidFill>
              </a:defRPr>
            </a:lvl1pPr>
            <a:lvl2pPr algn="l">
              <a:defRPr sz="1350" b="1">
                <a:solidFill>
                  <a:srgbClr val="17324D"/>
                </a:solidFill>
              </a:defRPr>
            </a:lvl2pPr>
            <a:lvl3pPr algn="l">
              <a:defRPr sz="1350" b="1">
                <a:solidFill>
                  <a:srgbClr val="17324D"/>
                </a:solidFill>
              </a:defRPr>
            </a:lvl3pPr>
            <a:lvl4pPr algn="l">
              <a:defRPr sz="1350" b="1">
                <a:solidFill>
                  <a:srgbClr val="17324D"/>
                </a:solidFill>
              </a:defRPr>
            </a:lvl4pPr>
            <a:lvl5pPr algn="l">
              <a:defRPr sz="1350" b="1">
                <a:solidFill>
                  <a:srgbClr val="17324D"/>
                </a:solidFill>
              </a:defRPr>
            </a:lvl5pPr>
            <a:lvl6pPr algn="l">
              <a:defRPr sz="1350" b="1">
                <a:solidFill>
                  <a:srgbClr val="17324D"/>
                </a:solidFill>
              </a:defRPr>
            </a:lvl6pPr>
            <a:lvl7pPr algn="l">
              <a:defRPr sz="1350" b="1">
                <a:solidFill>
                  <a:srgbClr val="17324D"/>
                </a:solidFill>
              </a:defRPr>
            </a:lvl7pPr>
            <a:lvl8pPr algn="l">
              <a:defRPr sz="1350" b="1">
                <a:solidFill>
                  <a:srgbClr val="17324D"/>
                </a:solidFill>
              </a:defRPr>
            </a:lvl8pPr>
            <a:lvl9pPr algn="l">
              <a:defRPr sz="1350" b="1">
                <a:solidFill>
                  <a:srgbClr val="17324D"/>
                </a:solidFill>
              </a:defRPr>
            </a:lvl9pPr>
          </a:lstStyle>
          <a:p xmlns:a="http://schemas.openxmlformats.org/drawingml/2006/main">
            <a:pPr algn="l">
              <a:defRPr sz="1350" b="1">
                <a:solidFill>
                  <a:srgbClr val="17324D"/>
                </a:solidFill>
              </a:defRPr>
            </a:pPr>
            <a:r>
              <a:rPr sz="1350" b="1">
                <a:solidFill>
                  <a:srgbClr val="17324D"/>
                </a:solidFill>
              </a:rPr>
              <a:t>No write credential + broker allow-list</a:t>
            </a:r>
          </a:p>
        </p:txBody>
      </p:sp>
      <p:sp>
        <p:nvSpPr>
          <p:cNvPr id="30" name="">
            <a:extLst xmlns:a="http://schemas.openxmlformats.org/drawingml/2006/main">
              <a:ext uri="{FF2B5EF4-FFF2-40B4-BE49-F238E27FC236}">
                <a16:creationId xmlns:a16="http://schemas.microsoft.com/office/drawing/2014/main" id="{CA14735D-090A-4AAF-BC1F-7083B670BE45}"/>
              </a:ext>
            </a:extLst>
          </p:cNvPr>
          <p:cNvSpPr>
            <a:spLocks xmlns:a="http://schemas.openxmlformats.org/drawingml/2006/main" noGrp="1"/>
          </p:cNvSpPr>
          <p:nvPr/>
        </p:nvSpPr>
        <p:spPr>
          <a:xfrm xmlns:a="http://schemas.openxmlformats.org/drawingml/2006/main">
            <a:off x="742950" y="6048375"/>
            <a:ext cx="904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200" b="0">
                <a:solidFill>
                  <a:srgbClr val="516579"/>
                </a:solidFill>
              </a:defRPr>
            </a:defPPr>
            <a:lvl1pPr algn="l">
              <a:defRPr sz="1200" b="0">
                <a:solidFill>
                  <a:srgbClr val="516579"/>
                </a:solidFill>
              </a:defRPr>
            </a:lvl1pPr>
            <a:lvl2pPr algn="l">
              <a:defRPr sz="1200" b="0">
                <a:solidFill>
                  <a:srgbClr val="516579"/>
                </a:solidFill>
              </a:defRPr>
            </a:lvl2pPr>
            <a:lvl3pPr algn="l">
              <a:defRPr sz="1200" b="0">
                <a:solidFill>
                  <a:srgbClr val="516579"/>
                </a:solidFill>
              </a:defRPr>
            </a:lvl3pPr>
            <a:lvl4pPr algn="l">
              <a:defRPr sz="1200" b="0">
                <a:solidFill>
                  <a:srgbClr val="516579"/>
                </a:solidFill>
              </a:defRPr>
            </a:lvl4pPr>
            <a:lvl5pPr algn="l">
              <a:defRPr sz="1200" b="0">
                <a:solidFill>
                  <a:srgbClr val="516579"/>
                </a:solidFill>
              </a:defRPr>
            </a:lvl5pPr>
            <a:lvl6pPr algn="l">
              <a:defRPr sz="1200" b="0">
                <a:solidFill>
                  <a:srgbClr val="516579"/>
                </a:solidFill>
              </a:defRPr>
            </a:lvl6pPr>
            <a:lvl7pPr algn="l">
              <a:defRPr sz="1200" b="0">
                <a:solidFill>
                  <a:srgbClr val="516579"/>
                </a:solidFill>
              </a:defRPr>
            </a:lvl7pPr>
            <a:lvl8pPr algn="l">
              <a:defRPr sz="1200" b="0">
                <a:solidFill>
                  <a:srgbClr val="516579"/>
                </a:solidFill>
              </a:defRPr>
            </a:lvl8pPr>
            <a:lvl9pPr algn="l">
              <a:defRPr sz="1200" b="0">
                <a:solidFill>
                  <a:srgbClr val="516579"/>
                </a:solidFill>
              </a:defRPr>
            </a:lvl9pPr>
          </a:lstStyle>
          <a:p xmlns:a="http://schemas.openxmlformats.org/drawingml/2006/main">
            <a:pPr algn="l">
              <a:defRPr sz="1200" b="0">
                <a:solidFill>
                  <a:srgbClr val="516579"/>
                </a:solidFill>
              </a:defRPr>
            </a:pPr>
            <a:r>
              <a:rPr sz="1200" b="0">
                <a:solidFill>
                  <a:srgbClr val="516579"/>
                </a:solidFill>
              </a:rPr>
              <a:t>2026 OWASP GenAI LLM Top 10 • MITRE ATLAS</a:t>
            </a:r>
          </a:p>
        </p:txBody>
      </p:sp>
    </p:spTree>
    <p:extLst>
      <p:ext uri="{BB962C8B-B14F-4D97-AF65-F5344CB8AC3E}">
        <p14:creationId xmlns:p14="http://schemas.microsoft.com/office/powerpoint/2010/main" val="9526562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3FBE157-B70B-4485-B2F8-C9BF34A65D3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AA19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DF5C1E-AC37-4A75-9526-1E5962FCF6A8}"/>
              </a:ext>
            </a:extLst>
          </p:cNvPr>
          <p:cNvSpPr>
            <a:spLocks xmlns:a="http://schemas.openxmlformats.org/drawingml/2006/main" noGrp="1"/>
          </p:cNvSpPr>
          <p:nvPr/>
        </p:nvSpPr>
        <p:spPr>
          <a:xfrm xmlns:a="http://schemas.openxmlformats.org/drawingml/2006/main">
            <a:off x="628650" y="3048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050" b="1">
                <a:solidFill>
                  <a:srgbClr val="166B91"/>
                </a:solidFill>
              </a:defRPr>
            </a:defPPr>
            <a:lvl1pPr algn="l">
              <a:defRPr sz="1050" b="1">
                <a:solidFill>
                  <a:srgbClr val="166B91"/>
                </a:solidFill>
              </a:defRPr>
            </a:lvl1pPr>
            <a:lvl2pPr algn="l">
              <a:defRPr sz="1050" b="1">
                <a:solidFill>
                  <a:srgbClr val="166B91"/>
                </a:solidFill>
              </a:defRPr>
            </a:lvl2pPr>
            <a:lvl3pPr algn="l">
              <a:defRPr sz="1050" b="1">
                <a:solidFill>
                  <a:srgbClr val="166B91"/>
                </a:solidFill>
              </a:defRPr>
            </a:lvl3pPr>
            <a:lvl4pPr algn="l">
              <a:defRPr sz="1050" b="1">
                <a:solidFill>
                  <a:srgbClr val="166B91"/>
                </a:solidFill>
              </a:defRPr>
            </a:lvl4pPr>
            <a:lvl5pPr algn="l">
              <a:defRPr sz="1050" b="1">
                <a:solidFill>
                  <a:srgbClr val="166B91"/>
                </a:solidFill>
              </a:defRPr>
            </a:lvl5pPr>
            <a:lvl6pPr algn="l">
              <a:defRPr sz="1050" b="1">
                <a:solidFill>
                  <a:srgbClr val="166B91"/>
                </a:solidFill>
              </a:defRPr>
            </a:lvl6pPr>
            <a:lvl7pPr algn="l">
              <a:defRPr sz="1050" b="1">
                <a:solidFill>
                  <a:srgbClr val="166B91"/>
                </a:solidFill>
              </a:defRPr>
            </a:lvl7pPr>
            <a:lvl8pPr algn="l">
              <a:defRPr sz="1050" b="1">
                <a:solidFill>
                  <a:srgbClr val="166B91"/>
                </a:solidFill>
              </a:defRPr>
            </a:lvl8pPr>
            <a:lvl9pPr algn="l">
              <a:defRPr sz="1050" b="1">
                <a:solidFill>
                  <a:srgbClr val="166B91"/>
                </a:solidFill>
              </a:defRPr>
            </a:lvl9pPr>
          </a:lstStyle>
          <a:p xmlns:a="http://schemas.openxmlformats.org/drawingml/2006/main">
            <a:pPr algn="l">
              <a:defRPr sz="1050" b="1">
                <a:solidFill>
                  <a:srgbClr val="166B91"/>
                </a:solidFill>
              </a:defRPr>
            </a:pPr>
            <a:r>
              <a:rPr sz="1050" b="1">
                <a:solidFill>
                  <a:srgbClr val="166B91"/>
                </a:solidFill>
              </a:rPr>
              <a:t>CYBERSECURITY ASSIGNMENT</a:t>
            </a:r>
          </a:p>
        </p:txBody>
      </p:sp>
      <p:sp>
        <p:nvSpPr>
          <p:cNvPr id="3" name="">
            <a:extLst xmlns:a="http://schemas.openxmlformats.org/drawingml/2006/main">
              <a:ext uri="{FF2B5EF4-FFF2-40B4-BE49-F238E27FC236}">
                <a16:creationId xmlns:a16="http://schemas.microsoft.com/office/drawing/2014/main" id="{A3D0C20D-CB4E-4174-9040-C2ABD5D5F412}"/>
              </a:ext>
            </a:extLst>
          </p:cNvPr>
          <p:cNvSpPr>
            <a:spLocks xmlns:a="http://schemas.openxmlformats.org/drawingml/2006/main" noGrp="1"/>
          </p:cNvSpPr>
          <p:nvPr/>
        </p:nvSpPr>
        <p:spPr>
          <a:xfrm xmlns:a="http://schemas.openxmlformats.org/drawingml/2006/main">
            <a:off x="628650" y="60960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3000" b="1">
                <a:solidFill>
                  <a:srgbClr val="102A43"/>
                </a:solidFill>
              </a:defRPr>
            </a:defPPr>
            <a:lvl1pPr algn="l">
              <a:defRPr sz="3000" b="1">
                <a:solidFill>
                  <a:srgbClr val="102A43"/>
                </a:solidFill>
              </a:defRPr>
            </a:lvl1pPr>
            <a:lvl2pPr algn="l">
              <a:defRPr sz="3000" b="1">
                <a:solidFill>
                  <a:srgbClr val="102A43"/>
                </a:solidFill>
              </a:defRPr>
            </a:lvl2pPr>
            <a:lvl3pPr algn="l">
              <a:defRPr sz="3000" b="1">
                <a:solidFill>
                  <a:srgbClr val="102A43"/>
                </a:solidFill>
              </a:defRPr>
            </a:lvl3pPr>
            <a:lvl4pPr algn="l">
              <a:defRPr sz="3000" b="1">
                <a:solidFill>
                  <a:srgbClr val="102A43"/>
                </a:solidFill>
              </a:defRPr>
            </a:lvl4pPr>
            <a:lvl5pPr algn="l">
              <a:defRPr sz="3000" b="1">
                <a:solidFill>
                  <a:srgbClr val="102A43"/>
                </a:solidFill>
              </a:defRPr>
            </a:lvl5pPr>
            <a:lvl6pPr algn="l">
              <a:defRPr sz="3000" b="1">
                <a:solidFill>
                  <a:srgbClr val="102A43"/>
                </a:solidFill>
              </a:defRPr>
            </a:lvl6pPr>
            <a:lvl7pPr algn="l">
              <a:defRPr sz="3000" b="1">
                <a:solidFill>
                  <a:srgbClr val="102A43"/>
                </a:solidFill>
              </a:defRPr>
            </a:lvl7pPr>
            <a:lvl8pPr algn="l">
              <a:defRPr sz="3000" b="1">
                <a:solidFill>
                  <a:srgbClr val="102A43"/>
                </a:solidFill>
              </a:defRPr>
            </a:lvl8pPr>
            <a:lvl9pPr algn="l">
              <a:defRPr sz="3000" b="1">
                <a:solidFill>
                  <a:srgbClr val="102A43"/>
                </a:solidFill>
              </a:defRPr>
            </a:lvl9pPr>
          </a:lstStyle>
          <a:p xmlns:a="http://schemas.openxmlformats.org/drawingml/2006/main">
            <a:pPr algn="l">
              <a:defRPr sz="3000" b="1">
                <a:solidFill>
                  <a:srgbClr val="102A43"/>
                </a:solidFill>
              </a:defRPr>
            </a:pPr>
            <a:r>
              <a:rPr sz="3000" b="1">
                <a:solidFill>
                  <a:srgbClr val="102A43"/>
                </a:solidFill>
              </a:rPr>
              <a:t>Minimize data and tier automation by impact</a:t>
            </a:r>
          </a:p>
        </p:txBody>
      </p:sp>
      <p:sp>
        <p:nvSpPr>
          <p:cNvPr id="4" name="">
            <a:extLst xmlns:a="http://schemas.openxmlformats.org/drawingml/2006/main">
              <a:ext uri="{FF2B5EF4-FFF2-40B4-BE49-F238E27FC236}">
                <a16:creationId xmlns:a16="http://schemas.microsoft.com/office/drawing/2014/main" id="{7455284A-C27B-463B-8DB7-64DECD1CCABC}"/>
              </a:ext>
            </a:extLst>
          </p:cNvPr>
          <p:cNvSpPr>
            <a:spLocks xmlns:a="http://schemas.openxmlformats.org/drawingml/2006/main" noGrp="1"/>
          </p:cNvSpPr>
          <p:nvPr/>
        </p:nvSpPr>
        <p:spPr>
          <a:xfrm xmlns:a="http://schemas.openxmlformats.org/drawingml/2006/main">
            <a:off x="628650" y="1257300"/>
            <a:ext cx="10934700" cy="19050"/>
          </a:xfrm>
          <a:prstGeom xmlns:a="http://schemas.openxmlformats.org/drawingml/2006/main" prst="rect">
            <a:avLst/>
          </a:prstGeom>
          <a:solidFill xmlns:a="http://schemas.openxmlformats.org/drawingml/2006/main">
            <a:srgbClr val="B9C9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20CB64A-D477-48B7-BE0F-24F58CF82C5F}"/>
              </a:ext>
            </a:extLst>
          </p:cNvPr>
          <p:cNvSpPr>
            <a:spLocks xmlns:a="http://schemas.openxmlformats.org/drawingml/2006/main" noGrp="1"/>
          </p:cNvSpPr>
          <p:nvPr/>
        </p:nvSpPr>
        <p:spPr>
          <a:xfrm xmlns:a="http://schemas.openxmlformats.org/drawingml/2006/main">
            <a:off x="628650" y="64770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050" b="0">
                <a:solidFill>
                  <a:srgbClr val="516579"/>
                </a:solidFill>
              </a:defRPr>
            </a:defPPr>
            <a:lvl1pPr algn="l">
              <a:defRPr sz="1050" b="0">
                <a:solidFill>
                  <a:srgbClr val="516579"/>
                </a:solidFill>
              </a:defRPr>
            </a:lvl1pPr>
            <a:lvl2pPr algn="l">
              <a:defRPr sz="1050" b="0">
                <a:solidFill>
                  <a:srgbClr val="516579"/>
                </a:solidFill>
              </a:defRPr>
            </a:lvl2pPr>
            <a:lvl3pPr algn="l">
              <a:defRPr sz="1050" b="0">
                <a:solidFill>
                  <a:srgbClr val="516579"/>
                </a:solidFill>
              </a:defRPr>
            </a:lvl3pPr>
            <a:lvl4pPr algn="l">
              <a:defRPr sz="1050" b="0">
                <a:solidFill>
                  <a:srgbClr val="516579"/>
                </a:solidFill>
              </a:defRPr>
            </a:lvl4pPr>
            <a:lvl5pPr algn="l">
              <a:defRPr sz="1050" b="0">
                <a:solidFill>
                  <a:srgbClr val="516579"/>
                </a:solidFill>
              </a:defRPr>
            </a:lvl5pPr>
            <a:lvl6pPr algn="l">
              <a:defRPr sz="1050" b="0">
                <a:solidFill>
                  <a:srgbClr val="516579"/>
                </a:solidFill>
              </a:defRPr>
            </a:lvl6pPr>
            <a:lvl7pPr algn="l">
              <a:defRPr sz="1050" b="0">
                <a:solidFill>
                  <a:srgbClr val="516579"/>
                </a:solidFill>
              </a:defRPr>
            </a:lvl7pPr>
            <a:lvl8pPr algn="l">
              <a:defRPr sz="1050" b="0">
                <a:solidFill>
                  <a:srgbClr val="516579"/>
                </a:solidFill>
              </a:defRPr>
            </a:lvl8pPr>
            <a:lvl9pPr algn="l">
              <a:defRPr sz="1050" b="0">
                <a:solidFill>
                  <a:srgbClr val="516579"/>
                </a:solidFill>
              </a:defRPr>
            </a:lvl9pPr>
          </a:lstStyle>
          <a:p xmlns:a="http://schemas.openxmlformats.org/drawingml/2006/main">
            <a:pPr algn="l">
              <a:defRPr sz="1050" b="0">
                <a:solidFill>
                  <a:srgbClr val="516579"/>
                </a:solidFill>
              </a:defRPr>
            </a:pPr>
            <a:r>
              <a:rPr sz="1050" b="0">
                <a:solidFill>
                  <a:srgbClr val="516579"/>
                </a:solidFill>
              </a:rPr>
              <a:t>AI root cause and ticket resolution copilot</a:t>
            </a:r>
          </a:p>
        </p:txBody>
      </p:sp>
      <p:sp>
        <p:nvSpPr>
          <p:cNvPr id="6" name="">
            <a:extLst xmlns:a="http://schemas.openxmlformats.org/drawingml/2006/main">
              <a:ext uri="{FF2B5EF4-FFF2-40B4-BE49-F238E27FC236}">
                <a16:creationId xmlns:a16="http://schemas.microsoft.com/office/drawing/2014/main" id="{1BF01576-33B3-475E-A0A4-A368726E00F6}"/>
              </a:ext>
            </a:extLst>
          </p:cNvPr>
          <p:cNvSpPr>
            <a:spLocks xmlns:a="http://schemas.openxmlformats.org/drawingml/2006/main" noGrp="1"/>
          </p:cNvSpPr>
          <p:nvPr/>
        </p:nvSpPr>
        <p:spPr>
          <a:xfrm xmlns:a="http://schemas.openxmlformats.org/drawingml/2006/main">
            <a:off x="1114425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r">
              <a:defRPr sz="1050" b="0">
                <a:solidFill>
                  <a:srgbClr val="516579"/>
                </a:solidFill>
              </a:defRPr>
            </a:defPPr>
            <a:lvl1pPr algn="r">
              <a:defRPr sz="1050" b="0">
                <a:solidFill>
                  <a:srgbClr val="516579"/>
                </a:solidFill>
              </a:defRPr>
            </a:lvl1pPr>
            <a:lvl2pPr algn="r">
              <a:defRPr sz="1050" b="0">
                <a:solidFill>
                  <a:srgbClr val="516579"/>
                </a:solidFill>
              </a:defRPr>
            </a:lvl2pPr>
            <a:lvl3pPr algn="r">
              <a:defRPr sz="1050" b="0">
                <a:solidFill>
                  <a:srgbClr val="516579"/>
                </a:solidFill>
              </a:defRPr>
            </a:lvl3pPr>
            <a:lvl4pPr algn="r">
              <a:defRPr sz="1050" b="0">
                <a:solidFill>
                  <a:srgbClr val="516579"/>
                </a:solidFill>
              </a:defRPr>
            </a:lvl4pPr>
            <a:lvl5pPr algn="r">
              <a:defRPr sz="1050" b="0">
                <a:solidFill>
                  <a:srgbClr val="516579"/>
                </a:solidFill>
              </a:defRPr>
            </a:lvl5pPr>
            <a:lvl6pPr algn="r">
              <a:defRPr sz="1050" b="0">
                <a:solidFill>
                  <a:srgbClr val="516579"/>
                </a:solidFill>
              </a:defRPr>
            </a:lvl6pPr>
            <a:lvl7pPr algn="r">
              <a:defRPr sz="1050" b="0">
                <a:solidFill>
                  <a:srgbClr val="516579"/>
                </a:solidFill>
              </a:defRPr>
            </a:lvl7pPr>
            <a:lvl8pPr algn="r">
              <a:defRPr sz="1050" b="0">
                <a:solidFill>
                  <a:srgbClr val="516579"/>
                </a:solidFill>
              </a:defRPr>
            </a:lvl8pPr>
            <a:lvl9pPr algn="r">
              <a:defRPr sz="1050" b="0">
                <a:solidFill>
                  <a:srgbClr val="516579"/>
                </a:solidFill>
              </a:defRPr>
            </a:lvl9pPr>
          </a:lstStyle>
          <a:p xmlns:a="http://schemas.openxmlformats.org/drawingml/2006/main">
            <a:pPr algn="r">
              <a:defRPr sz="1050" b="0">
                <a:solidFill>
                  <a:srgbClr val="516579"/>
                </a:solidFill>
              </a:defRPr>
            </a:pPr>
            <a:r>
              <a:rPr sz="1050" b="0">
                <a:solidFill>
                  <a:srgbClr val="516579"/>
                </a:solidFill>
              </a:rPr>
              <a:t>6</a:t>
            </a:r>
          </a:p>
        </p:txBody>
      </p:sp>
      <p:sp>
        <p:nvSpPr>
          <p:cNvPr id="7" name="">
            <a:extLst xmlns:a="http://schemas.openxmlformats.org/drawingml/2006/main">
              <a:ext uri="{FF2B5EF4-FFF2-40B4-BE49-F238E27FC236}">
                <a16:creationId xmlns:a16="http://schemas.microsoft.com/office/drawing/2014/main" id="{B5E7E127-F80A-4BEB-A217-E39780906BC5}"/>
              </a:ext>
            </a:extLst>
          </p:cNvPr>
          <p:cNvSpPr>
            <a:spLocks xmlns:a="http://schemas.openxmlformats.org/drawingml/2006/main" noGrp="1"/>
          </p:cNvSpPr>
          <p:nvPr/>
        </p:nvSpPr>
        <p:spPr>
          <a:xfrm xmlns:a="http://schemas.openxmlformats.org/drawingml/2006/main">
            <a:off x="781050" y="167640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875" b="1">
                <a:solidFill>
                  <a:srgbClr val="102A43"/>
                </a:solidFill>
              </a:defRPr>
            </a:defPPr>
            <a:lvl1pPr algn="l">
              <a:defRPr sz="1875" b="1">
                <a:solidFill>
                  <a:srgbClr val="102A43"/>
                </a:solidFill>
              </a:defRPr>
            </a:lvl1pPr>
            <a:lvl2pPr algn="l">
              <a:defRPr sz="1875" b="1">
                <a:solidFill>
                  <a:srgbClr val="102A43"/>
                </a:solidFill>
              </a:defRPr>
            </a:lvl2pPr>
            <a:lvl3pPr algn="l">
              <a:defRPr sz="1875" b="1">
                <a:solidFill>
                  <a:srgbClr val="102A43"/>
                </a:solidFill>
              </a:defRPr>
            </a:lvl3pPr>
            <a:lvl4pPr algn="l">
              <a:defRPr sz="1875" b="1">
                <a:solidFill>
                  <a:srgbClr val="102A43"/>
                </a:solidFill>
              </a:defRPr>
            </a:lvl4pPr>
            <a:lvl5pPr algn="l">
              <a:defRPr sz="1875" b="1">
                <a:solidFill>
                  <a:srgbClr val="102A43"/>
                </a:solidFill>
              </a:defRPr>
            </a:lvl5pPr>
            <a:lvl6pPr algn="l">
              <a:defRPr sz="1875" b="1">
                <a:solidFill>
                  <a:srgbClr val="102A43"/>
                </a:solidFill>
              </a:defRPr>
            </a:lvl6pPr>
            <a:lvl7pPr algn="l">
              <a:defRPr sz="1875" b="1">
                <a:solidFill>
                  <a:srgbClr val="102A43"/>
                </a:solidFill>
              </a:defRPr>
            </a:lvl7pPr>
            <a:lvl8pPr algn="l">
              <a:defRPr sz="1875" b="1">
                <a:solidFill>
                  <a:srgbClr val="102A43"/>
                </a:solidFill>
              </a:defRPr>
            </a:lvl8pPr>
            <a:lvl9pPr algn="l">
              <a:defRPr sz="1875" b="1">
                <a:solidFill>
                  <a:srgbClr val="102A43"/>
                </a:solidFill>
              </a:defRPr>
            </a:lvl9pPr>
          </a:lstStyle>
          <a:p xmlns:a="http://schemas.openxmlformats.org/drawingml/2006/main">
            <a:pPr algn="l">
              <a:defRPr sz="1875" b="1">
                <a:solidFill>
                  <a:srgbClr val="102A43"/>
                </a:solidFill>
              </a:defRPr>
            </a:pPr>
            <a:r>
              <a:rPr sz="1875" b="1">
                <a:solidFill>
                  <a:srgbClr val="102A43"/>
                </a:solidFill>
              </a:rPr>
              <a:t>Before model inference</a:t>
            </a:r>
          </a:p>
        </p:txBody>
      </p:sp>
      <p:sp>
        <p:nvSpPr>
          <p:cNvPr id="8" name="">
            <a:extLst xmlns:a="http://schemas.openxmlformats.org/drawingml/2006/main">
              <a:ext uri="{FF2B5EF4-FFF2-40B4-BE49-F238E27FC236}">
                <a16:creationId xmlns:a16="http://schemas.microsoft.com/office/drawing/2014/main" id="{794867EC-034A-4E0E-8352-1A5F2C8E97A5}"/>
              </a:ext>
            </a:extLst>
          </p:cNvPr>
          <p:cNvSpPr>
            <a:spLocks xmlns:a="http://schemas.openxmlformats.org/drawingml/2006/main" noGrp="1"/>
          </p:cNvSpPr>
          <p:nvPr/>
        </p:nvSpPr>
        <p:spPr>
          <a:xfrm xmlns:a="http://schemas.openxmlformats.org/drawingml/2006/main">
            <a:off x="781050" y="2200275"/>
            <a:ext cx="4762500" cy="514350"/>
          </a:xfrm>
          <a:prstGeom xmlns:a="http://schemas.openxmlformats.org/drawingml/2006/main" prst="rect">
            <a:avLst/>
          </a:prstGeom>
          <a:solidFill xmlns:a="http://schemas.openxmlformats.org/drawingml/2006/main">
            <a:srgbClr val="EAF2F6"/>
          </a:solidFill>
          <a:ln xmlns:a="http://schemas.openxmlformats.org/drawingml/2006/main" w="11430">
            <a:solidFill>
              <a:srgbClr val="B9C9D5"/>
            </a:solidFill>
            <a:prstDash val="solid"/>
          </a:ln>
        </p:spPr>
      </p:sp>
      <p:sp>
        <p:nvSpPr>
          <p:cNvPr id="9" name="">
            <a:extLst xmlns:a="http://schemas.openxmlformats.org/drawingml/2006/main">
              <a:ext uri="{FF2B5EF4-FFF2-40B4-BE49-F238E27FC236}">
                <a16:creationId xmlns:a16="http://schemas.microsoft.com/office/drawing/2014/main" id="{752CA161-2663-4BD9-8731-D610DC4C7993}"/>
              </a:ext>
            </a:extLst>
          </p:cNvPr>
          <p:cNvSpPr>
            <a:spLocks xmlns:a="http://schemas.openxmlformats.org/drawingml/2006/main" noGrp="1"/>
          </p:cNvSpPr>
          <p:nvPr/>
        </p:nvSpPr>
        <p:spPr>
          <a:xfrm xmlns:a="http://schemas.openxmlformats.org/drawingml/2006/main">
            <a:off x="952500" y="225742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00" b="0">
                <a:solidFill>
                  <a:srgbClr val="17324D"/>
                </a:solidFill>
              </a:defRPr>
            </a:defPPr>
            <a:lvl1pPr algn="l">
              <a:defRPr sz="1500" b="0">
                <a:solidFill>
                  <a:srgbClr val="17324D"/>
                </a:solidFill>
              </a:defRPr>
            </a:lvl1pPr>
            <a:lvl2pPr algn="l">
              <a:defRPr sz="1500" b="0">
                <a:solidFill>
                  <a:srgbClr val="17324D"/>
                </a:solidFill>
              </a:defRPr>
            </a:lvl2pPr>
            <a:lvl3pPr algn="l">
              <a:defRPr sz="1500" b="0">
                <a:solidFill>
                  <a:srgbClr val="17324D"/>
                </a:solidFill>
              </a:defRPr>
            </a:lvl3pPr>
            <a:lvl4pPr algn="l">
              <a:defRPr sz="1500" b="0">
                <a:solidFill>
                  <a:srgbClr val="17324D"/>
                </a:solidFill>
              </a:defRPr>
            </a:lvl4pPr>
            <a:lvl5pPr algn="l">
              <a:defRPr sz="1500" b="0">
                <a:solidFill>
                  <a:srgbClr val="17324D"/>
                </a:solidFill>
              </a:defRPr>
            </a:lvl5pPr>
            <a:lvl6pPr algn="l">
              <a:defRPr sz="1500" b="0">
                <a:solidFill>
                  <a:srgbClr val="17324D"/>
                </a:solidFill>
              </a:defRPr>
            </a:lvl6pPr>
            <a:lvl7pPr algn="l">
              <a:defRPr sz="1500" b="0">
                <a:solidFill>
                  <a:srgbClr val="17324D"/>
                </a:solidFill>
              </a:defRPr>
            </a:lvl7pPr>
            <a:lvl8pPr algn="l">
              <a:defRPr sz="1500" b="0">
                <a:solidFill>
                  <a:srgbClr val="17324D"/>
                </a:solidFill>
              </a:defRPr>
            </a:lvl8pPr>
            <a:lvl9pPr algn="l">
              <a:defRPr sz="1500" b="0">
                <a:solidFill>
                  <a:srgbClr val="17324D"/>
                </a:solidFill>
              </a:defRPr>
            </a:lvl9pPr>
          </a:lstStyle>
          <a:p xmlns:a="http://schemas.openxmlformats.org/drawingml/2006/main">
            <a:pPr algn="l">
              <a:defRPr sz="1500" b="0">
                <a:solidFill>
                  <a:srgbClr val="17324D"/>
                </a:solidFill>
              </a:defRPr>
            </a:pPr>
            <a:r>
              <a:rPr sz="1500" b="0">
                <a:solidFill>
                  <a:srgbClr val="17324D"/>
                </a:solidFill>
              </a:rPr>
              <a:t>Classify source fields</a:t>
            </a:r>
          </a:p>
        </p:txBody>
      </p:sp>
      <p:sp>
        <p:nvSpPr>
          <p:cNvPr id="10" name="">
            <a:extLst xmlns:a="http://schemas.openxmlformats.org/drawingml/2006/main">
              <a:ext uri="{FF2B5EF4-FFF2-40B4-BE49-F238E27FC236}">
                <a16:creationId xmlns:a16="http://schemas.microsoft.com/office/drawing/2014/main" id="{51F25D39-CE00-4D09-B30C-C3050FB2833B}"/>
              </a:ext>
            </a:extLst>
          </p:cNvPr>
          <p:cNvSpPr>
            <a:spLocks xmlns:a="http://schemas.openxmlformats.org/drawingml/2006/main" noGrp="1"/>
          </p:cNvSpPr>
          <p:nvPr/>
        </p:nvSpPr>
        <p:spPr>
          <a:xfrm xmlns:a="http://schemas.openxmlformats.org/drawingml/2006/main">
            <a:off x="781050" y="2886075"/>
            <a:ext cx="4762500" cy="514350"/>
          </a:xfrm>
          <a:prstGeom xmlns:a="http://schemas.openxmlformats.org/drawingml/2006/main" prst="rect">
            <a:avLst/>
          </a:prstGeom>
          <a:solidFill xmlns:a="http://schemas.openxmlformats.org/drawingml/2006/main">
            <a:srgbClr val="EAF2F6"/>
          </a:solidFill>
          <a:ln xmlns:a="http://schemas.openxmlformats.org/drawingml/2006/main" w="11430">
            <a:solidFill>
              <a:srgbClr val="B9C9D5"/>
            </a:solidFill>
            <a:prstDash val="solid"/>
          </a:ln>
        </p:spPr>
      </p:sp>
      <p:sp>
        <p:nvSpPr>
          <p:cNvPr id="11" name="">
            <a:extLst xmlns:a="http://schemas.openxmlformats.org/drawingml/2006/main">
              <a:ext uri="{FF2B5EF4-FFF2-40B4-BE49-F238E27FC236}">
                <a16:creationId xmlns:a16="http://schemas.microsoft.com/office/drawing/2014/main" id="{613488F3-2122-438D-94F7-197D5DA7ADA4}"/>
              </a:ext>
            </a:extLst>
          </p:cNvPr>
          <p:cNvSpPr>
            <a:spLocks xmlns:a="http://schemas.openxmlformats.org/drawingml/2006/main" noGrp="1"/>
          </p:cNvSpPr>
          <p:nvPr/>
        </p:nvSpPr>
        <p:spPr>
          <a:xfrm xmlns:a="http://schemas.openxmlformats.org/drawingml/2006/main">
            <a:off x="952500" y="294322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00" b="0">
                <a:solidFill>
                  <a:srgbClr val="17324D"/>
                </a:solidFill>
              </a:defRPr>
            </a:defPPr>
            <a:lvl1pPr algn="l">
              <a:defRPr sz="1500" b="0">
                <a:solidFill>
                  <a:srgbClr val="17324D"/>
                </a:solidFill>
              </a:defRPr>
            </a:lvl1pPr>
            <a:lvl2pPr algn="l">
              <a:defRPr sz="1500" b="0">
                <a:solidFill>
                  <a:srgbClr val="17324D"/>
                </a:solidFill>
              </a:defRPr>
            </a:lvl2pPr>
            <a:lvl3pPr algn="l">
              <a:defRPr sz="1500" b="0">
                <a:solidFill>
                  <a:srgbClr val="17324D"/>
                </a:solidFill>
              </a:defRPr>
            </a:lvl3pPr>
            <a:lvl4pPr algn="l">
              <a:defRPr sz="1500" b="0">
                <a:solidFill>
                  <a:srgbClr val="17324D"/>
                </a:solidFill>
              </a:defRPr>
            </a:lvl4pPr>
            <a:lvl5pPr algn="l">
              <a:defRPr sz="1500" b="0">
                <a:solidFill>
                  <a:srgbClr val="17324D"/>
                </a:solidFill>
              </a:defRPr>
            </a:lvl5pPr>
            <a:lvl6pPr algn="l">
              <a:defRPr sz="1500" b="0">
                <a:solidFill>
                  <a:srgbClr val="17324D"/>
                </a:solidFill>
              </a:defRPr>
            </a:lvl6pPr>
            <a:lvl7pPr algn="l">
              <a:defRPr sz="1500" b="0">
                <a:solidFill>
                  <a:srgbClr val="17324D"/>
                </a:solidFill>
              </a:defRPr>
            </a:lvl7pPr>
            <a:lvl8pPr algn="l">
              <a:defRPr sz="1500" b="0">
                <a:solidFill>
                  <a:srgbClr val="17324D"/>
                </a:solidFill>
              </a:defRPr>
            </a:lvl8pPr>
            <a:lvl9pPr algn="l">
              <a:defRPr sz="1500" b="0">
                <a:solidFill>
                  <a:srgbClr val="17324D"/>
                </a:solidFill>
              </a:defRPr>
            </a:lvl9pPr>
          </a:lstStyle>
          <a:p xmlns:a="http://schemas.openxmlformats.org/drawingml/2006/main">
            <a:pPr algn="l">
              <a:defRPr sz="1500" b="0">
                <a:solidFill>
                  <a:srgbClr val="17324D"/>
                </a:solidFill>
              </a:defRPr>
            </a:pPr>
            <a:r>
              <a:rPr sz="1500" b="0">
                <a:solidFill>
                  <a:srgbClr val="17324D"/>
                </a:solidFill>
              </a:rPr>
              <a:t>Mask tokens + identifiers</a:t>
            </a:r>
          </a:p>
        </p:txBody>
      </p:sp>
      <p:sp>
        <p:nvSpPr>
          <p:cNvPr id="12" name="">
            <a:extLst xmlns:a="http://schemas.openxmlformats.org/drawingml/2006/main">
              <a:ext uri="{FF2B5EF4-FFF2-40B4-BE49-F238E27FC236}">
                <a16:creationId xmlns:a16="http://schemas.microsoft.com/office/drawing/2014/main" id="{E2258011-DEF9-4282-9FC5-B2D3FE1FDC53}"/>
              </a:ext>
            </a:extLst>
          </p:cNvPr>
          <p:cNvSpPr>
            <a:spLocks xmlns:a="http://schemas.openxmlformats.org/drawingml/2006/main" noGrp="1"/>
          </p:cNvSpPr>
          <p:nvPr/>
        </p:nvSpPr>
        <p:spPr>
          <a:xfrm xmlns:a="http://schemas.openxmlformats.org/drawingml/2006/main">
            <a:off x="781050" y="3571875"/>
            <a:ext cx="4762500" cy="514350"/>
          </a:xfrm>
          <a:prstGeom xmlns:a="http://schemas.openxmlformats.org/drawingml/2006/main" prst="rect">
            <a:avLst/>
          </a:prstGeom>
          <a:solidFill xmlns:a="http://schemas.openxmlformats.org/drawingml/2006/main">
            <a:srgbClr val="EAF2F6"/>
          </a:solidFill>
          <a:ln xmlns:a="http://schemas.openxmlformats.org/drawingml/2006/main" w="11430">
            <a:solidFill>
              <a:srgbClr val="B9C9D5"/>
            </a:solidFill>
            <a:prstDash val="solid"/>
          </a:ln>
        </p:spPr>
      </p:sp>
      <p:sp>
        <p:nvSpPr>
          <p:cNvPr id="13" name="">
            <a:extLst xmlns:a="http://schemas.openxmlformats.org/drawingml/2006/main">
              <a:ext uri="{FF2B5EF4-FFF2-40B4-BE49-F238E27FC236}">
                <a16:creationId xmlns:a16="http://schemas.microsoft.com/office/drawing/2014/main" id="{71205170-358F-40D5-BFE2-44F681D1B0C3}"/>
              </a:ext>
            </a:extLst>
          </p:cNvPr>
          <p:cNvSpPr>
            <a:spLocks xmlns:a="http://schemas.openxmlformats.org/drawingml/2006/main" noGrp="1"/>
          </p:cNvSpPr>
          <p:nvPr/>
        </p:nvSpPr>
        <p:spPr>
          <a:xfrm xmlns:a="http://schemas.openxmlformats.org/drawingml/2006/main">
            <a:off x="952500" y="362902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00" b="0">
                <a:solidFill>
                  <a:srgbClr val="17324D"/>
                </a:solidFill>
              </a:defRPr>
            </a:defPPr>
            <a:lvl1pPr algn="l">
              <a:defRPr sz="1500" b="0">
                <a:solidFill>
                  <a:srgbClr val="17324D"/>
                </a:solidFill>
              </a:defRPr>
            </a:lvl1pPr>
            <a:lvl2pPr algn="l">
              <a:defRPr sz="1500" b="0">
                <a:solidFill>
                  <a:srgbClr val="17324D"/>
                </a:solidFill>
              </a:defRPr>
            </a:lvl2pPr>
            <a:lvl3pPr algn="l">
              <a:defRPr sz="1500" b="0">
                <a:solidFill>
                  <a:srgbClr val="17324D"/>
                </a:solidFill>
              </a:defRPr>
            </a:lvl3pPr>
            <a:lvl4pPr algn="l">
              <a:defRPr sz="1500" b="0">
                <a:solidFill>
                  <a:srgbClr val="17324D"/>
                </a:solidFill>
              </a:defRPr>
            </a:lvl4pPr>
            <a:lvl5pPr algn="l">
              <a:defRPr sz="1500" b="0">
                <a:solidFill>
                  <a:srgbClr val="17324D"/>
                </a:solidFill>
              </a:defRPr>
            </a:lvl5pPr>
            <a:lvl6pPr algn="l">
              <a:defRPr sz="1500" b="0">
                <a:solidFill>
                  <a:srgbClr val="17324D"/>
                </a:solidFill>
              </a:defRPr>
            </a:lvl6pPr>
            <a:lvl7pPr algn="l">
              <a:defRPr sz="1500" b="0">
                <a:solidFill>
                  <a:srgbClr val="17324D"/>
                </a:solidFill>
              </a:defRPr>
            </a:lvl7pPr>
            <a:lvl8pPr algn="l">
              <a:defRPr sz="1500" b="0">
                <a:solidFill>
                  <a:srgbClr val="17324D"/>
                </a:solidFill>
              </a:defRPr>
            </a:lvl8pPr>
            <a:lvl9pPr algn="l">
              <a:defRPr sz="1500" b="0">
                <a:solidFill>
                  <a:srgbClr val="17324D"/>
                </a:solidFill>
              </a:defRPr>
            </a:lvl9pPr>
          </a:lstStyle>
          <a:p xmlns:a="http://schemas.openxmlformats.org/drawingml/2006/main">
            <a:pPr algn="l">
              <a:defRPr sz="1500" b="0">
                <a:solidFill>
                  <a:srgbClr val="17324D"/>
                </a:solidFill>
              </a:defRPr>
            </a:pPr>
            <a:r>
              <a:rPr sz="1500" b="0">
                <a:solidFill>
                  <a:srgbClr val="17324D"/>
                </a:solidFill>
              </a:rPr>
              <a:t>Limit records to incident window</a:t>
            </a:r>
          </a:p>
        </p:txBody>
      </p:sp>
      <p:sp>
        <p:nvSpPr>
          <p:cNvPr id="14" name="">
            <a:extLst xmlns:a="http://schemas.openxmlformats.org/drawingml/2006/main">
              <a:ext uri="{FF2B5EF4-FFF2-40B4-BE49-F238E27FC236}">
                <a16:creationId xmlns:a16="http://schemas.microsoft.com/office/drawing/2014/main" id="{13609130-BB02-4C07-A50B-53C319169172}"/>
              </a:ext>
            </a:extLst>
          </p:cNvPr>
          <p:cNvSpPr>
            <a:spLocks xmlns:a="http://schemas.openxmlformats.org/drawingml/2006/main" noGrp="1"/>
          </p:cNvSpPr>
          <p:nvPr/>
        </p:nvSpPr>
        <p:spPr>
          <a:xfrm xmlns:a="http://schemas.openxmlformats.org/drawingml/2006/main">
            <a:off x="781050" y="4257675"/>
            <a:ext cx="4762500" cy="514350"/>
          </a:xfrm>
          <a:prstGeom xmlns:a="http://schemas.openxmlformats.org/drawingml/2006/main" prst="rect">
            <a:avLst/>
          </a:prstGeom>
          <a:solidFill xmlns:a="http://schemas.openxmlformats.org/drawingml/2006/main">
            <a:srgbClr val="F8EDEB"/>
          </a:solidFill>
          <a:ln xmlns:a="http://schemas.openxmlformats.org/drawingml/2006/main" w="11430">
            <a:solidFill>
              <a:srgbClr val="D9B0AB"/>
            </a:solidFill>
            <a:prstDash val="solid"/>
          </a:ln>
        </p:spPr>
      </p:sp>
      <p:sp>
        <p:nvSpPr>
          <p:cNvPr id="15" name="">
            <a:extLst xmlns:a="http://schemas.openxmlformats.org/drawingml/2006/main">
              <a:ext uri="{FF2B5EF4-FFF2-40B4-BE49-F238E27FC236}">
                <a16:creationId xmlns:a16="http://schemas.microsoft.com/office/drawing/2014/main" id="{24602BD2-6029-4858-AB16-4FA60B06ACC7}"/>
              </a:ext>
            </a:extLst>
          </p:cNvPr>
          <p:cNvSpPr>
            <a:spLocks xmlns:a="http://schemas.openxmlformats.org/drawingml/2006/main" noGrp="1"/>
          </p:cNvSpPr>
          <p:nvPr/>
        </p:nvSpPr>
        <p:spPr>
          <a:xfrm xmlns:a="http://schemas.openxmlformats.org/drawingml/2006/main">
            <a:off x="952500" y="4314825"/>
            <a:ext cx="438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00" b="1">
                <a:solidFill>
                  <a:srgbClr val="B54745"/>
                </a:solidFill>
              </a:defRPr>
            </a:defPPr>
            <a:lvl1pPr algn="l">
              <a:defRPr sz="1500" b="1">
                <a:solidFill>
                  <a:srgbClr val="B54745"/>
                </a:solidFill>
              </a:defRPr>
            </a:lvl1pPr>
            <a:lvl2pPr algn="l">
              <a:defRPr sz="1500" b="1">
                <a:solidFill>
                  <a:srgbClr val="B54745"/>
                </a:solidFill>
              </a:defRPr>
            </a:lvl2pPr>
            <a:lvl3pPr algn="l">
              <a:defRPr sz="1500" b="1">
                <a:solidFill>
                  <a:srgbClr val="B54745"/>
                </a:solidFill>
              </a:defRPr>
            </a:lvl3pPr>
            <a:lvl4pPr algn="l">
              <a:defRPr sz="1500" b="1">
                <a:solidFill>
                  <a:srgbClr val="B54745"/>
                </a:solidFill>
              </a:defRPr>
            </a:lvl4pPr>
            <a:lvl5pPr algn="l">
              <a:defRPr sz="1500" b="1">
                <a:solidFill>
                  <a:srgbClr val="B54745"/>
                </a:solidFill>
              </a:defRPr>
            </a:lvl5pPr>
            <a:lvl6pPr algn="l">
              <a:defRPr sz="1500" b="1">
                <a:solidFill>
                  <a:srgbClr val="B54745"/>
                </a:solidFill>
              </a:defRPr>
            </a:lvl6pPr>
            <a:lvl7pPr algn="l">
              <a:defRPr sz="1500" b="1">
                <a:solidFill>
                  <a:srgbClr val="B54745"/>
                </a:solidFill>
              </a:defRPr>
            </a:lvl7pPr>
            <a:lvl8pPr algn="l">
              <a:defRPr sz="1500" b="1">
                <a:solidFill>
                  <a:srgbClr val="B54745"/>
                </a:solidFill>
              </a:defRPr>
            </a:lvl8pPr>
            <a:lvl9pPr algn="l">
              <a:defRPr sz="1500" b="1">
                <a:solidFill>
                  <a:srgbClr val="B54745"/>
                </a:solidFill>
              </a:defRPr>
            </a:lvl9pPr>
          </a:lstStyle>
          <a:p xmlns:a="http://schemas.openxmlformats.org/drawingml/2006/main">
            <a:pPr algn="l">
              <a:defRPr sz="1500" b="1">
                <a:solidFill>
                  <a:srgbClr val="B54745"/>
                </a:solidFill>
              </a:defRPr>
            </a:pPr>
            <a:r>
              <a:rPr sz="1500" b="1">
                <a:solidFill>
                  <a:srgbClr val="B54745"/>
                </a:solidFill>
              </a:rPr>
              <a:t>Block raw dumps if checks fail</a:t>
            </a:r>
          </a:p>
        </p:txBody>
      </p:sp>
      <p:sp>
        <p:nvSpPr>
          <p:cNvPr id="16" name="">
            <a:extLst xmlns:a="http://schemas.openxmlformats.org/drawingml/2006/main">
              <a:ext uri="{FF2B5EF4-FFF2-40B4-BE49-F238E27FC236}">
                <a16:creationId xmlns:a16="http://schemas.microsoft.com/office/drawing/2014/main" id="{77403574-2422-4CB6-90C8-7333ACAF0D21}"/>
              </a:ext>
            </a:extLst>
          </p:cNvPr>
          <p:cNvSpPr>
            <a:spLocks xmlns:a="http://schemas.openxmlformats.org/drawingml/2006/main" noGrp="1"/>
          </p:cNvSpPr>
          <p:nvPr/>
        </p:nvSpPr>
        <p:spPr>
          <a:xfrm xmlns:a="http://schemas.openxmlformats.org/drawingml/2006/main">
            <a:off x="6477000" y="167640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875" b="1">
                <a:solidFill>
                  <a:srgbClr val="102A43"/>
                </a:solidFill>
              </a:defRPr>
            </a:defPPr>
            <a:lvl1pPr algn="l">
              <a:defRPr sz="1875" b="1">
                <a:solidFill>
                  <a:srgbClr val="102A43"/>
                </a:solidFill>
              </a:defRPr>
            </a:lvl1pPr>
            <a:lvl2pPr algn="l">
              <a:defRPr sz="1875" b="1">
                <a:solidFill>
                  <a:srgbClr val="102A43"/>
                </a:solidFill>
              </a:defRPr>
            </a:lvl2pPr>
            <a:lvl3pPr algn="l">
              <a:defRPr sz="1875" b="1">
                <a:solidFill>
                  <a:srgbClr val="102A43"/>
                </a:solidFill>
              </a:defRPr>
            </a:lvl3pPr>
            <a:lvl4pPr algn="l">
              <a:defRPr sz="1875" b="1">
                <a:solidFill>
                  <a:srgbClr val="102A43"/>
                </a:solidFill>
              </a:defRPr>
            </a:lvl4pPr>
            <a:lvl5pPr algn="l">
              <a:defRPr sz="1875" b="1">
                <a:solidFill>
                  <a:srgbClr val="102A43"/>
                </a:solidFill>
              </a:defRPr>
            </a:lvl5pPr>
            <a:lvl6pPr algn="l">
              <a:defRPr sz="1875" b="1">
                <a:solidFill>
                  <a:srgbClr val="102A43"/>
                </a:solidFill>
              </a:defRPr>
            </a:lvl6pPr>
            <a:lvl7pPr algn="l">
              <a:defRPr sz="1875" b="1">
                <a:solidFill>
                  <a:srgbClr val="102A43"/>
                </a:solidFill>
              </a:defRPr>
            </a:lvl7pPr>
            <a:lvl8pPr algn="l">
              <a:defRPr sz="1875" b="1">
                <a:solidFill>
                  <a:srgbClr val="102A43"/>
                </a:solidFill>
              </a:defRPr>
            </a:lvl8pPr>
            <a:lvl9pPr algn="l">
              <a:defRPr sz="1875" b="1">
                <a:solidFill>
                  <a:srgbClr val="102A43"/>
                </a:solidFill>
              </a:defRPr>
            </a:lvl9pPr>
          </a:lstStyle>
          <a:p xmlns:a="http://schemas.openxmlformats.org/drawingml/2006/main">
            <a:pPr algn="l">
              <a:defRPr sz="1875" b="1">
                <a:solidFill>
                  <a:srgbClr val="102A43"/>
                </a:solidFill>
              </a:defRPr>
            </a:pPr>
            <a:r>
              <a:rPr sz="1875" b="1">
                <a:solidFill>
                  <a:srgbClr val="102A43"/>
                </a:solidFill>
              </a:rPr>
              <a:t>Action classes</a:t>
            </a:r>
          </a:p>
        </p:txBody>
      </p:sp>
      <p:sp>
        <p:nvSpPr>
          <p:cNvPr id="17" name="">
            <a:extLst xmlns:a="http://schemas.openxmlformats.org/drawingml/2006/main">
              <a:ext uri="{FF2B5EF4-FFF2-40B4-BE49-F238E27FC236}">
                <a16:creationId xmlns:a16="http://schemas.microsoft.com/office/drawing/2014/main" id="{723AC6AE-3842-4ECB-B599-EB5AFCA915DF}"/>
              </a:ext>
            </a:extLst>
          </p:cNvPr>
          <p:cNvSpPr>
            <a:spLocks xmlns:a="http://schemas.openxmlformats.org/drawingml/2006/main" noGrp="1"/>
          </p:cNvSpPr>
          <p:nvPr/>
        </p:nvSpPr>
        <p:spPr>
          <a:xfrm xmlns:a="http://schemas.openxmlformats.org/drawingml/2006/main">
            <a:off x="6477000" y="2200275"/>
            <a:ext cx="4762500" cy="990600"/>
          </a:xfrm>
          <a:prstGeom xmlns:a="http://schemas.openxmlformats.org/drawingml/2006/main" prst="roundRect">
            <a:avLst>
              <a:gd name="adj" fmla="val 7692"/>
            </a:avLst>
          </a:prstGeom>
          <a:solidFill xmlns:a="http://schemas.openxmlformats.org/drawingml/2006/main">
            <a:srgbClr val="EAF2F6"/>
          </a:solidFill>
          <a:ln xmlns:a="http://schemas.openxmlformats.org/drawingml/2006/main" w="11430">
            <a:solidFill>
              <a:srgbClr val="B9C9D5"/>
            </a:solidFill>
            <a:prstDash val="solid"/>
          </a:ln>
        </p:spPr>
      </p:sp>
      <p:sp>
        <p:nvSpPr>
          <p:cNvPr id="18" name="">
            <a:extLst xmlns:a="http://schemas.openxmlformats.org/drawingml/2006/main">
              <a:ext uri="{FF2B5EF4-FFF2-40B4-BE49-F238E27FC236}">
                <a16:creationId xmlns:a16="http://schemas.microsoft.com/office/drawing/2014/main" id="{521B3744-AEA9-42D0-8801-0FF57392FB34}"/>
              </a:ext>
            </a:extLst>
          </p:cNvPr>
          <p:cNvSpPr>
            <a:spLocks xmlns:a="http://schemas.openxmlformats.org/drawingml/2006/main" noGrp="1"/>
          </p:cNvSpPr>
          <p:nvPr/>
        </p:nvSpPr>
        <p:spPr>
          <a:xfrm xmlns:a="http://schemas.openxmlformats.org/drawingml/2006/main">
            <a:off x="6572250" y="2276475"/>
            <a:ext cx="457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AUTO</a:t>
            </a:r>
          </a:p>
          <a:p xmlns:a="http://schemas.openxmlformats.org/drawingml/2006/main">
            <a:pPr algn="ctr">
              <a:defRPr sz="1500" b="1">
                <a:solidFill>
                  <a:srgbClr val="17324D"/>
                </a:solidFill>
              </a:defRPr>
            </a:pPr>
            <a:r>
              <a:rPr sz="1500" b="1">
                <a:solidFill>
                  <a:srgbClr val="17324D"/>
                </a:solidFill>
              </a:rPr>
              <a:t>Known, reversible L1</a:t>
            </a:r>
          </a:p>
          <a:p xmlns:a="http://schemas.openxmlformats.org/drawingml/2006/main">
            <a:pPr algn="ctr">
              <a:defRPr sz="1500" b="1">
                <a:solidFill>
                  <a:srgbClr val="17324D"/>
                </a:solidFill>
              </a:defRPr>
            </a:pPr>
            <a:r>
              <a:rPr sz="1500" b="1">
                <a:solidFill>
                  <a:srgbClr val="17324D"/>
                </a:solidFill>
              </a:rPr>
              <a:t>≥0.95 calibrated confidence</a:t>
            </a:r>
          </a:p>
        </p:txBody>
      </p:sp>
      <p:sp>
        <p:nvSpPr>
          <p:cNvPr id="19" name="">
            <a:extLst xmlns:a="http://schemas.openxmlformats.org/drawingml/2006/main">
              <a:ext uri="{FF2B5EF4-FFF2-40B4-BE49-F238E27FC236}">
                <a16:creationId xmlns:a16="http://schemas.microsoft.com/office/drawing/2014/main" id="{C8F2D223-A1CF-423A-8B6C-4D7890974856}"/>
              </a:ext>
            </a:extLst>
          </p:cNvPr>
          <p:cNvSpPr>
            <a:spLocks xmlns:a="http://schemas.openxmlformats.org/drawingml/2006/main" noGrp="1"/>
          </p:cNvSpPr>
          <p:nvPr/>
        </p:nvSpPr>
        <p:spPr>
          <a:xfrm xmlns:a="http://schemas.openxmlformats.org/drawingml/2006/main">
            <a:off x="6477000" y="3381375"/>
            <a:ext cx="4762500" cy="990600"/>
          </a:xfrm>
          <a:prstGeom xmlns:a="http://schemas.openxmlformats.org/drawingml/2006/main" prst="roundRect">
            <a:avLst>
              <a:gd name="adj" fmla="val 7692"/>
            </a:avLst>
          </a:prstGeom>
          <a:solidFill xmlns:a="http://schemas.openxmlformats.org/drawingml/2006/main">
            <a:srgbClr val="EAF2F6"/>
          </a:solidFill>
          <a:ln xmlns:a="http://schemas.openxmlformats.org/drawingml/2006/main" w="11430">
            <a:solidFill>
              <a:srgbClr val="B9C9D5"/>
            </a:solidFill>
            <a:prstDash val="solid"/>
          </a:ln>
        </p:spPr>
      </p:sp>
      <p:sp>
        <p:nvSpPr>
          <p:cNvPr id="20" name="">
            <a:extLst xmlns:a="http://schemas.openxmlformats.org/drawingml/2006/main">
              <a:ext uri="{FF2B5EF4-FFF2-40B4-BE49-F238E27FC236}">
                <a16:creationId xmlns:a16="http://schemas.microsoft.com/office/drawing/2014/main" id="{0A88E143-7848-41FB-B29F-9E6CE095A57C}"/>
              </a:ext>
            </a:extLst>
          </p:cNvPr>
          <p:cNvSpPr>
            <a:spLocks xmlns:a="http://schemas.openxmlformats.org/drawingml/2006/main" noGrp="1"/>
          </p:cNvSpPr>
          <p:nvPr/>
        </p:nvSpPr>
        <p:spPr>
          <a:xfrm xmlns:a="http://schemas.openxmlformats.org/drawingml/2006/main">
            <a:off x="6572250" y="3457575"/>
            <a:ext cx="457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APPROVAL</a:t>
            </a:r>
          </a:p>
          <a:p xmlns:a="http://schemas.openxmlformats.org/drawingml/2006/main">
            <a:pPr algn="ctr">
              <a:defRPr sz="1500" b="1">
                <a:solidFill>
                  <a:srgbClr val="17324D"/>
                </a:solidFill>
              </a:defRPr>
            </a:pPr>
            <a:r>
              <a:rPr sz="1500" b="1">
                <a:solidFill>
                  <a:srgbClr val="17324D"/>
                </a:solidFill>
              </a:rPr>
              <a:t>Bounded service change</a:t>
            </a:r>
          </a:p>
          <a:p xmlns:a="http://schemas.openxmlformats.org/drawingml/2006/main">
            <a:pPr algn="ctr">
              <a:defRPr sz="1500" b="1">
                <a:solidFill>
                  <a:srgbClr val="17324D"/>
                </a:solidFill>
              </a:defRPr>
            </a:pPr>
            <a:r>
              <a:rPr sz="1500" b="1">
                <a:solidFill>
                  <a:srgbClr val="17324D"/>
                </a:solidFill>
              </a:rPr>
              <a:t>Named on-call approval</a:t>
            </a:r>
          </a:p>
        </p:txBody>
      </p:sp>
      <p:sp>
        <p:nvSpPr>
          <p:cNvPr id="21" name="">
            <a:extLst xmlns:a="http://schemas.openxmlformats.org/drawingml/2006/main">
              <a:ext uri="{FF2B5EF4-FFF2-40B4-BE49-F238E27FC236}">
                <a16:creationId xmlns:a16="http://schemas.microsoft.com/office/drawing/2014/main" id="{0297278A-4FA7-4307-8428-F5A12E6A1E47}"/>
              </a:ext>
            </a:extLst>
          </p:cNvPr>
          <p:cNvSpPr>
            <a:spLocks xmlns:a="http://schemas.openxmlformats.org/drawingml/2006/main" noGrp="1"/>
          </p:cNvSpPr>
          <p:nvPr/>
        </p:nvSpPr>
        <p:spPr>
          <a:xfrm xmlns:a="http://schemas.openxmlformats.org/drawingml/2006/main">
            <a:off x="6477000" y="4562475"/>
            <a:ext cx="4762500" cy="990600"/>
          </a:xfrm>
          <a:prstGeom xmlns:a="http://schemas.openxmlformats.org/drawingml/2006/main" prst="roundRect">
            <a:avLst>
              <a:gd name="adj" fmla="val 7692"/>
            </a:avLst>
          </a:prstGeom>
          <a:solidFill xmlns:a="http://schemas.openxmlformats.org/drawingml/2006/main">
            <a:srgbClr val="EAF2F6"/>
          </a:solidFill>
          <a:ln xmlns:a="http://schemas.openxmlformats.org/drawingml/2006/main" w="11430">
            <a:solidFill>
              <a:srgbClr val="B9C9D5"/>
            </a:solidFill>
            <a:prstDash val="solid"/>
          </a:ln>
        </p:spPr>
      </p:sp>
      <p:sp>
        <p:nvSpPr>
          <p:cNvPr id="22" name="">
            <a:extLst xmlns:a="http://schemas.openxmlformats.org/drawingml/2006/main">
              <a:ext uri="{FF2B5EF4-FFF2-40B4-BE49-F238E27FC236}">
                <a16:creationId xmlns:a16="http://schemas.microsoft.com/office/drawing/2014/main" id="{EA9EFE96-86CB-4528-AE18-61C64A25FD65}"/>
              </a:ext>
            </a:extLst>
          </p:cNvPr>
          <p:cNvSpPr>
            <a:spLocks xmlns:a="http://schemas.openxmlformats.org/drawingml/2006/main" noGrp="1"/>
          </p:cNvSpPr>
          <p:nvPr/>
        </p:nvSpPr>
        <p:spPr>
          <a:xfrm xmlns:a="http://schemas.openxmlformats.org/drawingml/2006/main">
            <a:off x="6572250" y="4638675"/>
            <a:ext cx="4572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7324D"/>
                </a:solidFill>
              </a:defRPr>
            </a:defPPr>
            <a:lvl1pPr algn="ctr">
              <a:defRPr sz="1500" b="1">
                <a:solidFill>
                  <a:srgbClr val="17324D"/>
                </a:solidFill>
              </a:defRPr>
            </a:lvl1pPr>
            <a:lvl2pPr algn="ctr">
              <a:defRPr sz="1500" b="1">
                <a:solidFill>
                  <a:srgbClr val="17324D"/>
                </a:solidFill>
              </a:defRPr>
            </a:lvl2pPr>
            <a:lvl3pPr algn="ctr">
              <a:defRPr sz="1500" b="1">
                <a:solidFill>
                  <a:srgbClr val="17324D"/>
                </a:solidFill>
              </a:defRPr>
            </a:lvl3pPr>
            <a:lvl4pPr algn="ctr">
              <a:defRPr sz="1500" b="1">
                <a:solidFill>
                  <a:srgbClr val="17324D"/>
                </a:solidFill>
              </a:defRPr>
            </a:lvl4pPr>
            <a:lvl5pPr algn="ctr">
              <a:defRPr sz="1500" b="1">
                <a:solidFill>
                  <a:srgbClr val="17324D"/>
                </a:solidFill>
              </a:defRPr>
            </a:lvl5pPr>
            <a:lvl6pPr algn="ctr">
              <a:defRPr sz="1500" b="1">
                <a:solidFill>
                  <a:srgbClr val="17324D"/>
                </a:solidFill>
              </a:defRPr>
            </a:lvl6pPr>
            <a:lvl7pPr algn="ctr">
              <a:defRPr sz="1500" b="1">
                <a:solidFill>
                  <a:srgbClr val="17324D"/>
                </a:solidFill>
              </a:defRPr>
            </a:lvl7pPr>
            <a:lvl8pPr algn="ctr">
              <a:defRPr sz="1500" b="1">
                <a:solidFill>
                  <a:srgbClr val="17324D"/>
                </a:solidFill>
              </a:defRPr>
            </a:lvl8pPr>
            <a:lvl9pPr algn="ctr">
              <a:defRPr sz="1500" b="1">
                <a:solidFill>
                  <a:srgbClr val="17324D"/>
                </a:solidFill>
              </a:defRPr>
            </a:lvl9pPr>
          </a:lstStyle>
          <a:p xmlns:a="http://schemas.openxmlformats.org/drawingml/2006/main">
            <a:pPr algn="ctr">
              <a:defRPr sz="1500" b="1">
                <a:solidFill>
                  <a:srgbClr val="17324D"/>
                </a:solidFill>
              </a:defRPr>
            </a:pPr>
            <a:r>
              <a:rPr sz="1500" b="1">
                <a:solidFill>
                  <a:srgbClr val="17324D"/>
                </a:solidFill>
              </a:rPr>
              <a:t>HUMAN ONLY</a:t>
            </a:r>
          </a:p>
          <a:p xmlns:a="http://schemas.openxmlformats.org/drawingml/2006/main">
            <a:pPr algn="ctr">
              <a:defRPr sz="1500" b="1">
                <a:solidFill>
                  <a:srgbClr val="17324D"/>
                </a:solidFill>
              </a:defRPr>
            </a:pPr>
            <a:r>
              <a:rPr sz="1500" b="1">
                <a:solidFill>
                  <a:srgbClr val="17324D"/>
                </a:solidFill>
              </a:rPr>
              <a:t>Security, identity, payment, deletion</a:t>
            </a:r>
          </a:p>
          <a:p xmlns:a="http://schemas.openxmlformats.org/drawingml/2006/main">
            <a:pPr algn="ctr">
              <a:defRPr sz="1500" b="1">
                <a:solidFill>
                  <a:srgbClr val="17324D"/>
                </a:solidFill>
              </a:defRPr>
            </a:pPr>
            <a:r>
              <a:rPr sz="1500" b="1">
                <a:solidFill>
                  <a:srgbClr val="17324D"/>
                </a:solidFill>
              </a:rPr>
              <a:t>Uncertain or no rollback</a:t>
            </a:r>
          </a:p>
        </p:txBody>
      </p:sp>
      <p:sp>
        <p:nvSpPr>
          <p:cNvPr id="23" name="">
            <a:extLst xmlns:a="http://schemas.openxmlformats.org/drawingml/2006/main">
              <a:ext uri="{FF2B5EF4-FFF2-40B4-BE49-F238E27FC236}">
                <a16:creationId xmlns:a16="http://schemas.microsoft.com/office/drawing/2014/main" id="{8BDFB393-CE1C-4C50-9074-C2CD444956CD}"/>
              </a:ext>
            </a:extLst>
          </p:cNvPr>
          <p:cNvSpPr>
            <a:spLocks xmlns:a="http://schemas.openxmlformats.org/drawingml/2006/main" noGrp="1"/>
          </p:cNvSpPr>
          <p:nvPr/>
        </p:nvSpPr>
        <p:spPr>
          <a:xfrm xmlns:a="http://schemas.openxmlformats.org/drawingml/2006/main">
            <a:off x="781050" y="5619750"/>
            <a:ext cx="1045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500" b="1">
                <a:solidFill>
                  <a:srgbClr val="166B91"/>
                </a:solidFill>
              </a:defRPr>
            </a:defPPr>
            <a:lvl1pPr algn="ctr">
              <a:defRPr sz="1500" b="1">
                <a:solidFill>
                  <a:srgbClr val="166B91"/>
                </a:solidFill>
              </a:defRPr>
            </a:lvl1pPr>
            <a:lvl2pPr algn="ctr">
              <a:defRPr sz="1500" b="1">
                <a:solidFill>
                  <a:srgbClr val="166B91"/>
                </a:solidFill>
              </a:defRPr>
            </a:lvl2pPr>
            <a:lvl3pPr algn="ctr">
              <a:defRPr sz="1500" b="1">
                <a:solidFill>
                  <a:srgbClr val="166B91"/>
                </a:solidFill>
              </a:defRPr>
            </a:lvl3pPr>
            <a:lvl4pPr algn="ctr">
              <a:defRPr sz="1500" b="1">
                <a:solidFill>
                  <a:srgbClr val="166B91"/>
                </a:solidFill>
              </a:defRPr>
            </a:lvl4pPr>
            <a:lvl5pPr algn="ctr">
              <a:defRPr sz="1500" b="1">
                <a:solidFill>
                  <a:srgbClr val="166B91"/>
                </a:solidFill>
              </a:defRPr>
            </a:lvl5pPr>
            <a:lvl6pPr algn="ctr">
              <a:defRPr sz="1500" b="1">
                <a:solidFill>
                  <a:srgbClr val="166B91"/>
                </a:solidFill>
              </a:defRPr>
            </a:lvl6pPr>
            <a:lvl7pPr algn="ctr">
              <a:defRPr sz="1500" b="1">
                <a:solidFill>
                  <a:srgbClr val="166B91"/>
                </a:solidFill>
              </a:defRPr>
            </a:lvl7pPr>
            <a:lvl8pPr algn="ctr">
              <a:defRPr sz="1500" b="1">
                <a:solidFill>
                  <a:srgbClr val="166B91"/>
                </a:solidFill>
              </a:defRPr>
            </a:lvl8pPr>
            <a:lvl9pPr algn="ctr">
              <a:defRPr sz="1500" b="1">
                <a:solidFill>
                  <a:srgbClr val="166B91"/>
                </a:solidFill>
              </a:defRPr>
            </a:lvl9pPr>
          </a:lstStyle>
          <a:p xmlns:a="http://schemas.openxmlformats.org/drawingml/2006/main">
            <a:pPr algn="ctr">
              <a:defRPr sz="1500" b="1">
                <a:solidFill>
                  <a:srgbClr val="166B91"/>
                </a:solidFill>
              </a:defRPr>
            </a:pPr>
            <a:r>
              <a:rPr sz="1500" b="1">
                <a:solidFill>
                  <a:srgbClr val="166B91"/>
                </a:solidFill>
              </a:rPr>
              <a:t>Kill switch • one service cap • cooldown • rollback • no raw secrets in prompts</a:t>
            </a:r>
          </a:p>
        </p:txBody>
      </p:sp>
    </p:spTree>
    <p:extLst>
      <p:ext uri="{BB962C8B-B14F-4D97-AF65-F5344CB8AC3E}">
        <p14:creationId xmlns:p14="http://schemas.microsoft.com/office/powerpoint/2010/main" val="7383398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D654DF3E-E172-4D82-B9DB-626688EE015F}"/>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AA19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EAA86E-7390-4BCE-A327-7114335E44F0}"/>
              </a:ext>
            </a:extLst>
          </p:cNvPr>
          <p:cNvSpPr>
            <a:spLocks xmlns:a="http://schemas.openxmlformats.org/drawingml/2006/main" noGrp="1"/>
          </p:cNvSpPr>
          <p:nvPr/>
        </p:nvSpPr>
        <p:spPr>
          <a:xfrm xmlns:a="http://schemas.openxmlformats.org/drawingml/2006/main">
            <a:off x="628650" y="3048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050" b="1">
                <a:solidFill>
                  <a:srgbClr val="166B91"/>
                </a:solidFill>
              </a:defRPr>
            </a:defPPr>
            <a:lvl1pPr algn="l">
              <a:defRPr sz="1050" b="1">
                <a:solidFill>
                  <a:srgbClr val="166B91"/>
                </a:solidFill>
              </a:defRPr>
            </a:lvl1pPr>
            <a:lvl2pPr algn="l">
              <a:defRPr sz="1050" b="1">
                <a:solidFill>
                  <a:srgbClr val="166B91"/>
                </a:solidFill>
              </a:defRPr>
            </a:lvl2pPr>
            <a:lvl3pPr algn="l">
              <a:defRPr sz="1050" b="1">
                <a:solidFill>
                  <a:srgbClr val="166B91"/>
                </a:solidFill>
              </a:defRPr>
            </a:lvl3pPr>
            <a:lvl4pPr algn="l">
              <a:defRPr sz="1050" b="1">
                <a:solidFill>
                  <a:srgbClr val="166B91"/>
                </a:solidFill>
              </a:defRPr>
            </a:lvl4pPr>
            <a:lvl5pPr algn="l">
              <a:defRPr sz="1050" b="1">
                <a:solidFill>
                  <a:srgbClr val="166B91"/>
                </a:solidFill>
              </a:defRPr>
            </a:lvl5pPr>
            <a:lvl6pPr algn="l">
              <a:defRPr sz="1050" b="1">
                <a:solidFill>
                  <a:srgbClr val="166B91"/>
                </a:solidFill>
              </a:defRPr>
            </a:lvl6pPr>
            <a:lvl7pPr algn="l">
              <a:defRPr sz="1050" b="1">
                <a:solidFill>
                  <a:srgbClr val="166B91"/>
                </a:solidFill>
              </a:defRPr>
            </a:lvl7pPr>
            <a:lvl8pPr algn="l">
              <a:defRPr sz="1050" b="1">
                <a:solidFill>
                  <a:srgbClr val="166B91"/>
                </a:solidFill>
              </a:defRPr>
            </a:lvl8pPr>
            <a:lvl9pPr algn="l">
              <a:defRPr sz="1050" b="1">
                <a:solidFill>
                  <a:srgbClr val="166B91"/>
                </a:solidFill>
              </a:defRPr>
            </a:lvl9pPr>
          </a:lstStyle>
          <a:p xmlns:a="http://schemas.openxmlformats.org/drawingml/2006/main">
            <a:pPr algn="l">
              <a:defRPr sz="1050" b="1">
                <a:solidFill>
                  <a:srgbClr val="166B91"/>
                </a:solidFill>
              </a:defRPr>
            </a:pPr>
            <a:r>
              <a:rPr sz="1050" b="1">
                <a:solidFill>
                  <a:srgbClr val="166B91"/>
                </a:solidFill>
              </a:rPr>
              <a:t>CYBERSECURITY ASSIGNMENT</a:t>
            </a:r>
          </a:p>
        </p:txBody>
      </p:sp>
      <p:sp>
        <p:nvSpPr>
          <p:cNvPr id="3" name="">
            <a:extLst xmlns:a="http://schemas.openxmlformats.org/drawingml/2006/main">
              <a:ext uri="{FF2B5EF4-FFF2-40B4-BE49-F238E27FC236}">
                <a16:creationId xmlns:a16="http://schemas.microsoft.com/office/drawing/2014/main" id="{A0398917-D3DF-4DF9-A211-478D48975305}"/>
              </a:ext>
            </a:extLst>
          </p:cNvPr>
          <p:cNvSpPr>
            <a:spLocks xmlns:a="http://schemas.openxmlformats.org/drawingml/2006/main" noGrp="1"/>
          </p:cNvSpPr>
          <p:nvPr/>
        </p:nvSpPr>
        <p:spPr>
          <a:xfrm xmlns:a="http://schemas.openxmlformats.org/drawingml/2006/main">
            <a:off x="628650" y="60960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3000" b="1">
                <a:solidFill>
                  <a:srgbClr val="102A43"/>
                </a:solidFill>
              </a:defRPr>
            </a:defPPr>
            <a:lvl1pPr algn="l">
              <a:defRPr sz="3000" b="1">
                <a:solidFill>
                  <a:srgbClr val="102A43"/>
                </a:solidFill>
              </a:defRPr>
            </a:lvl1pPr>
            <a:lvl2pPr algn="l">
              <a:defRPr sz="3000" b="1">
                <a:solidFill>
                  <a:srgbClr val="102A43"/>
                </a:solidFill>
              </a:defRPr>
            </a:lvl2pPr>
            <a:lvl3pPr algn="l">
              <a:defRPr sz="3000" b="1">
                <a:solidFill>
                  <a:srgbClr val="102A43"/>
                </a:solidFill>
              </a:defRPr>
            </a:lvl3pPr>
            <a:lvl4pPr algn="l">
              <a:defRPr sz="3000" b="1">
                <a:solidFill>
                  <a:srgbClr val="102A43"/>
                </a:solidFill>
              </a:defRPr>
            </a:lvl4pPr>
            <a:lvl5pPr algn="l">
              <a:defRPr sz="3000" b="1">
                <a:solidFill>
                  <a:srgbClr val="102A43"/>
                </a:solidFill>
              </a:defRPr>
            </a:lvl5pPr>
            <a:lvl6pPr algn="l">
              <a:defRPr sz="3000" b="1">
                <a:solidFill>
                  <a:srgbClr val="102A43"/>
                </a:solidFill>
              </a:defRPr>
            </a:lvl6pPr>
            <a:lvl7pPr algn="l">
              <a:defRPr sz="3000" b="1">
                <a:solidFill>
                  <a:srgbClr val="102A43"/>
                </a:solidFill>
              </a:defRPr>
            </a:lvl7pPr>
            <a:lvl8pPr algn="l">
              <a:defRPr sz="3000" b="1">
                <a:solidFill>
                  <a:srgbClr val="102A43"/>
                </a:solidFill>
              </a:defRPr>
            </a:lvl8pPr>
            <a:lvl9pPr algn="l">
              <a:defRPr sz="3000" b="1">
                <a:solidFill>
                  <a:srgbClr val="102A43"/>
                </a:solidFill>
              </a:defRPr>
            </a:lvl9pPr>
          </a:lstStyle>
          <a:p xmlns:a="http://schemas.openxmlformats.org/drawingml/2006/main">
            <a:pPr algn="l">
              <a:defRPr sz="3000" b="1">
                <a:solidFill>
                  <a:srgbClr val="102A43"/>
                </a:solidFill>
              </a:defRPr>
            </a:pPr>
            <a:r>
              <a:rPr sz="3000" b="1">
                <a:solidFill>
                  <a:srgbClr val="102A43"/>
                </a:solidFill>
              </a:rPr>
              <a:t>Pilot targets tie speed to safety</a:t>
            </a:r>
          </a:p>
        </p:txBody>
      </p:sp>
      <p:sp>
        <p:nvSpPr>
          <p:cNvPr id="4" name="">
            <a:extLst xmlns:a="http://schemas.openxmlformats.org/drawingml/2006/main">
              <a:ext uri="{FF2B5EF4-FFF2-40B4-BE49-F238E27FC236}">
                <a16:creationId xmlns:a16="http://schemas.microsoft.com/office/drawing/2014/main" id="{3BEE116F-A74F-4D41-B01A-044EFF59B326}"/>
              </a:ext>
            </a:extLst>
          </p:cNvPr>
          <p:cNvSpPr>
            <a:spLocks xmlns:a="http://schemas.openxmlformats.org/drawingml/2006/main" noGrp="1"/>
          </p:cNvSpPr>
          <p:nvPr/>
        </p:nvSpPr>
        <p:spPr>
          <a:xfrm xmlns:a="http://schemas.openxmlformats.org/drawingml/2006/main">
            <a:off x="628650" y="1257300"/>
            <a:ext cx="10934700" cy="19050"/>
          </a:xfrm>
          <a:prstGeom xmlns:a="http://schemas.openxmlformats.org/drawingml/2006/main" prst="rect">
            <a:avLst/>
          </a:prstGeom>
          <a:solidFill xmlns:a="http://schemas.openxmlformats.org/drawingml/2006/main">
            <a:srgbClr val="B9C9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6592492-2EC9-4C4E-B6AD-C19032F79EFE}"/>
              </a:ext>
            </a:extLst>
          </p:cNvPr>
          <p:cNvSpPr>
            <a:spLocks xmlns:a="http://schemas.openxmlformats.org/drawingml/2006/main" noGrp="1"/>
          </p:cNvSpPr>
          <p:nvPr/>
        </p:nvSpPr>
        <p:spPr>
          <a:xfrm xmlns:a="http://schemas.openxmlformats.org/drawingml/2006/main">
            <a:off x="628650" y="64770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050" b="0">
                <a:solidFill>
                  <a:srgbClr val="516579"/>
                </a:solidFill>
              </a:defRPr>
            </a:defPPr>
            <a:lvl1pPr algn="l">
              <a:defRPr sz="1050" b="0">
                <a:solidFill>
                  <a:srgbClr val="516579"/>
                </a:solidFill>
              </a:defRPr>
            </a:lvl1pPr>
            <a:lvl2pPr algn="l">
              <a:defRPr sz="1050" b="0">
                <a:solidFill>
                  <a:srgbClr val="516579"/>
                </a:solidFill>
              </a:defRPr>
            </a:lvl2pPr>
            <a:lvl3pPr algn="l">
              <a:defRPr sz="1050" b="0">
                <a:solidFill>
                  <a:srgbClr val="516579"/>
                </a:solidFill>
              </a:defRPr>
            </a:lvl3pPr>
            <a:lvl4pPr algn="l">
              <a:defRPr sz="1050" b="0">
                <a:solidFill>
                  <a:srgbClr val="516579"/>
                </a:solidFill>
              </a:defRPr>
            </a:lvl4pPr>
            <a:lvl5pPr algn="l">
              <a:defRPr sz="1050" b="0">
                <a:solidFill>
                  <a:srgbClr val="516579"/>
                </a:solidFill>
              </a:defRPr>
            </a:lvl5pPr>
            <a:lvl6pPr algn="l">
              <a:defRPr sz="1050" b="0">
                <a:solidFill>
                  <a:srgbClr val="516579"/>
                </a:solidFill>
              </a:defRPr>
            </a:lvl6pPr>
            <a:lvl7pPr algn="l">
              <a:defRPr sz="1050" b="0">
                <a:solidFill>
                  <a:srgbClr val="516579"/>
                </a:solidFill>
              </a:defRPr>
            </a:lvl7pPr>
            <a:lvl8pPr algn="l">
              <a:defRPr sz="1050" b="0">
                <a:solidFill>
                  <a:srgbClr val="516579"/>
                </a:solidFill>
              </a:defRPr>
            </a:lvl8pPr>
            <a:lvl9pPr algn="l">
              <a:defRPr sz="1050" b="0">
                <a:solidFill>
                  <a:srgbClr val="516579"/>
                </a:solidFill>
              </a:defRPr>
            </a:lvl9pPr>
          </a:lstStyle>
          <a:p xmlns:a="http://schemas.openxmlformats.org/drawingml/2006/main">
            <a:pPr algn="l">
              <a:defRPr sz="1050" b="0">
                <a:solidFill>
                  <a:srgbClr val="516579"/>
                </a:solidFill>
              </a:defRPr>
            </a:pPr>
            <a:r>
              <a:rPr sz="1050" b="0">
                <a:solidFill>
                  <a:srgbClr val="516579"/>
                </a:solidFill>
              </a:rPr>
              <a:t>AI root cause and ticket resolution copilot</a:t>
            </a:r>
          </a:p>
        </p:txBody>
      </p:sp>
      <p:sp>
        <p:nvSpPr>
          <p:cNvPr id="6" name="">
            <a:extLst xmlns:a="http://schemas.openxmlformats.org/drawingml/2006/main">
              <a:ext uri="{FF2B5EF4-FFF2-40B4-BE49-F238E27FC236}">
                <a16:creationId xmlns:a16="http://schemas.microsoft.com/office/drawing/2014/main" id="{C482465F-EA45-4B4F-ACF5-0AC7E540F046}"/>
              </a:ext>
            </a:extLst>
          </p:cNvPr>
          <p:cNvSpPr>
            <a:spLocks xmlns:a="http://schemas.openxmlformats.org/drawingml/2006/main" noGrp="1"/>
          </p:cNvSpPr>
          <p:nvPr/>
        </p:nvSpPr>
        <p:spPr>
          <a:xfrm xmlns:a="http://schemas.openxmlformats.org/drawingml/2006/main">
            <a:off x="1114425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r">
              <a:defRPr sz="1050" b="0">
                <a:solidFill>
                  <a:srgbClr val="516579"/>
                </a:solidFill>
              </a:defRPr>
            </a:defPPr>
            <a:lvl1pPr algn="r">
              <a:defRPr sz="1050" b="0">
                <a:solidFill>
                  <a:srgbClr val="516579"/>
                </a:solidFill>
              </a:defRPr>
            </a:lvl1pPr>
            <a:lvl2pPr algn="r">
              <a:defRPr sz="1050" b="0">
                <a:solidFill>
                  <a:srgbClr val="516579"/>
                </a:solidFill>
              </a:defRPr>
            </a:lvl2pPr>
            <a:lvl3pPr algn="r">
              <a:defRPr sz="1050" b="0">
                <a:solidFill>
                  <a:srgbClr val="516579"/>
                </a:solidFill>
              </a:defRPr>
            </a:lvl3pPr>
            <a:lvl4pPr algn="r">
              <a:defRPr sz="1050" b="0">
                <a:solidFill>
                  <a:srgbClr val="516579"/>
                </a:solidFill>
              </a:defRPr>
            </a:lvl4pPr>
            <a:lvl5pPr algn="r">
              <a:defRPr sz="1050" b="0">
                <a:solidFill>
                  <a:srgbClr val="516579"/>
                </a:solidFill>
              </a:defRPr>
            </a:lvl5pPr>
            <a:lvl6pPr algn="r">
              <a:defRPr sz="1050" b="0">
                <a:solidFill>
                  <a:srgbClr val="516579"/>
                </a:solidFill>
              </a:defRPr>
            </a:lvl6pPr>
            <a:lvl7pPr algn="r">
              <a:defRPr sz="1050" b="0">
                <a:solidFill>
                  <a:srgbClr val="516579"/>
                </a:solidFill>
              </a:defRPr>
            </a:lvl7pPr>
            <a:lvl8pPr algn="r">
              <a:defRPr sz="1050" b="0">
                <a:solidFill>
                  <a:srgbClr val="516579"/>
                </a:solidFill>
              </a:defRPr>
            </a:lvl8pPr>
            <a:lvl9pPr algn="r">
              <a:defRPr sz="1050" b="0">
                <a:solidFill>
                  <a:srgbClr val="516579"/>
                </a:solidFill>
              </a:defRPr>
            </a:lvl9pPr>
          </a:lstStyle>
          <a:p xmlns:a="http://schemas.openxmlformats.org/drawingml/2006/main">
            <a:pPr algn="r">
              <a:defRPr sz="1050" b="0">
                <a:solidFill>
                  <a:srgbClr val="516579"/>
                </a:solidFill>
              </a:defRPr>
            </a:pPr>
            <a:r>
              <a:rPr sz="1050" b="0">
                <a:solidFill>
                  <a:srgbClr val="516579"/>
                </a:solidFill>
              </a:rPr>
              <a:t>7</a:t>
            </a:r>
          </a:p>
        </p:txBody>
      </p:sp>
      <p:sp>
        <p:nvSpPr>
          <p:cNvPr id="7" name="">
            <a:extLst xmlns:a="http://schemas.openxmlformats.org/drawingml/2006/main">
              <a:ext uri="{FF2B5EF4-FFF2-40B4-BE49-F238E27FC236}">
                <a16:creationId xmlns:a16="http://schemas.microsoft.com/office/drawing/2014/main" id="{FFA5D910-C707-4AE3-81B4-3D05332F4FEE}"/>
              </a:ext>
            </a:extLst>
          </p:cNvPr>
          <p:cNvSpPr>
            <a:spLocks xmlns:a="http://schemas.openxmlformats.org/drawingml/2006/main" noGrp="1"/>
          </p:cNvSpPr>
          <p:nvPr/>
        </p:nvSpPr>
        <p:spPr>
          <a:xfrm xmlns:a="http://schemas.openxmlformats.org/drawingml/2006/main">
            <a:off x="685800" y="1666875"/>
            <a:ext cx="10839450" cy="43815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99ACADE-C81C-4C16-BC47-26DAE9C8A7E4}"/>
              </a:ext>
            </a:extLst>
          </p:cNvPr>
          <p:cNvSpPr>
            <a:spLocks xmlns:a="http://schemas.openxmlformats.org/drawingml/2006/main" noGrp="1"/>
          </p:cNvSpPr>
          <p:nvPr/>
        </p:nvSpPr>
        <p:spPr>
          <a:xfrm xmlns:a="http://schemas.openxmlformats.org/drawingml/2006/main">
            <a:off x="819150" y="1724025"/>
            <a:ext cx="2800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Outcome</a:t>
            </a:r>
          </a:p>
        </p:txBody>
      </p:sp>
      <p:sp>
        <p:nvSpPr>
          <p:cNvPr id="9" name="">
            <a:extLst xmlns:a="http://schemas.openxmlformats.org/drawingml/2006/main">
              <a:ext uri="{FF2B5EF4-FFF2-40B4-BE49-F238E27FC236}">
                <a16:creationId xmlns:a16="http://schemas.microsoft.com/office/drawing/2014/main" id="{CA203B64-10C6-47FD-8090-5834DDD0E08F}"/>
              </a:ext>
            </a:extLst>
          </p:cNvPr>
          <p:cNvSpPr>
            <a:spLocks xmlns:a="http://schemas.openxmlformats.org/drawingml/2006/main" noGrp="1"/>
          </p:cNvSpPr>
          <p:nvPr/>
        </p:nvSpPr>
        <p:spPr>
          <a:xfrm xmlns:a="http://schemas.openxmlformats.org/drawingml/2006/main">
            <a:off x="3933825" y="1724025"/>
            <a:ext cx="2705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Pilot target</a:t>
            </a:r>
          </a:p>
        </p:txBody>
      </p:sp>
      <p:sp>
        <p:nvSpPr>
          <p:cNvPr id="10" name="">
            <a:extLst xmlns:a="http://schemas.openxmlformats.org/drawingml/2006/main">
              <a:ext uri="{FF2B5EF4-FFF2-40B4-BE49-F238E27FC236}">
                <a16:creationId xmlns:a16="http://schemas.microsoft.com/office/drawing/2014/main" id="{0F38045F-6164-451F-8925-8AD63FF94EF9}"/>
              </a:ext>
            </a:extLst>
          </p:cNvPr>
          <p:cNvSpPr>
            <a:spLocks xmlns:a="http://schemas.openxmlformats.org/drawingml/2006/main" noGrp="1"/>
          </p:cNvSpPr>
          <p:nvPr/>
        </p:nvSpPr>
        <p:spPr>
          <a:xfrm xmlns:a="http://schemas.openxmlformats.org/drawingml/2006/main">
            <a:off x="6934200" y="1724025"/>
            <a:ext cx="4133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1">
                <a:solidFill>
                  <a:srgbClr val="FFFFFF"/>
                </a:solidFill>
              </a:defRPr>
            </a:defPPr>
            <a:lvl1pPr algn="l">
              <a:defRPr sz="1350" b="1">
                <a:solidFill>
                  <a:srgbClr val="FFFFFF"/>
                </a:solidFill>
              </a:defRPr>
            </a:lvl1pPr>
            <a:lvl2pPr algn="l">
              <a:defRPr sz="1350" b="1">
                <a:solidFill>
                  <a:srgbClr val="FFFFFF"/>
                </a:solidFill>
              </a:defRPr>
            </a:lvl2pPr>
            <a:lvl3pPr algn="l">
              <a:defRPr sz="1350" b="1">
                <a:solidFill>
                  <a:srgbClr val="FFFFFF"/>
                </a:solidFill>
              </a:defRPr>
            </a:lvl3pPr>
            <a:lvl4pPr algn="l">
              <a:defRPr sz="1350" b="1">
                <a:solidFill>
                  <a:srgbClr val="FFFFFF"/>
                </a:solidFill>
              </a:defRPr>
            </a:lvl4pPr>
            <a:lvl5pPr algn="l">
              <a:defRPr sz="1350" b="1">
                <a:solidFill>
                  <a:srgbClr val="FFFFFF"/>
                </a:solidFill>
              </a:defRPr>
            </a:lvl5pPr>
            <a:lvl6pPr algn="l">
              <a:defRPr sz="1350" b="1">
                <a:solidFill>
                  <a:srgbClr val="FFFFFF"/>
                </a:solidFill>
              </a:defRPr>
            </a:lvl6pPr>
            <a:lvl7pPr algn="l">
              <a:defRPr sz="1350" b="1">
                <a:solidFill>
                  <a:srgbClr val="FFFFFF"/>
                </a:solidFill>
              </a:defRPr>
            </a:lvl7pPr>
            <a:lvl8pPr algn="l">
              <a:defRPr sz="1350" b="1">
                <a:solidFill>
                  <a:srgbClr val="FFFFFF"/>
                </a:solidFill>
              </a:defRPr>
            </a:lvl8pPr>
            <a:lvl9pPr algn="l">
              <a:defRPr sz="1350" b="1">
                <a:solidFill>
                  <a:srgbClr val="FFFFFF"/>
                </a:solidFill>
              </a:defRPr>
            </a:lvl9pPr>
          </a:lstStyle>
          <a:p xmlns:a="http://schemas.openxmlformats.org/drawingml/2006/main">
            <a:pPr algn="l">
              <a:defRPr sz="1350" b="1">
                <a:solidFill>
                  <a:srgbClr val="FFFFFF"/>
                </a:solidFill>
              </a:defRPr>
            </a:pPr>
            <a:r>
              <a:rPr sz="1350" b="1">
                <a:solidFill>
                  <a:srgbClr val="FFFFFF"/>
                </a:solidFill>
              </a:rPr>
              <a:t>Safety guard</a:t>
            </a:r>
          </a:p>
        </p:txBody>
      </p:sp>
      <p:sp>
        <p:nvSpPr>
          <p:cNvPr id="11" name="">
            <a:extLst xmlns:a="http://schemas.openxmlformats.org/drawingml/2006/main">
              <a:ext uri="{FF2B5EF4-FFF2-40B4-BE49-F238E27FC236}">
                <a16:creationId xmlns:a16="http://schemas.microsoft.com/office/drawing/2014/main" id="{C7842EFB-43BB-4624-8B1C-EB8CF3B0002E}"/>
              </a:ext>
            </a:extLst>
          </p:cNvPr>
          <p:cNvSpPr>
            <a:spLocks xmlns:a="http://schemas.openxmlformats.org/drawingml/2006/main" noGrp="1"/>
          </p:cNvSpPr>
          <p:nvPr/>
        </p:nvSpPr>
        <p:spPr>
          <a:xfrm xmlns:a="http://schemas.openxmlformats.org/drawingml/2006/main">
            <a:off x="685800" y="2105025"/>
            <a:ext cx="10839450" cy="628650"/>
          </a:xfrm>
          <a:prstGeom xmlns:a="http://schemas.openxmlformats.org/drawingml/2006/main" prst="rect">
            <a:avLst/>
          </a:prstGeom>
          <a:solidFill xmlns:a="http://schemas.openxmlformats.org/drawingml/2006/main">
            <a:srgbClr val="EAF2F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88C5EAB-CFD8-4B36-ACA5-3E91C15E6427}"/>
              </a:ext>
            </a:extLst>
          </p:cNvPr>
          <p:cNvSpPr>
            <a:spLocks xmlns:a="http://schemas.openxmlformats.org/drawingml/2006/main" noGrp="1"/>
          </p:cNvSpPr>
          <p:nvPr/>
        </p:nvSpPr>
        <p:spPr>
          <a:xfrm xmlns:a="http://schemas.openxmlformats.org/drawingml/2006/main">
            <a:off x="819150" y="2171700"/>
            <a:ext cx="2800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1">
                <a:solidFill>
                  <a:srgbClr val="102A43"/>
                </a:solidFill>
              </a:defRPr>
            </a:defPPr>
            <a:lvl1pPr algn="l">
              <a:defRPr sz="1350" b="1">
                <a:solidFill>
                  <a:srgbClr val="102A43"/>
                </a:solidFill>
              </a:defRPr>
            </a:lvl1pPr>
            <a:lvl2pPr algn="l">
              <a:defRPr sz="1350" b="1">
                <a:solidFill>
                  <a:srgbClr val="102A43"/>
                </a:solidFill>
              </a:defRPr>
            </a:lvl2pPr>
            <a:lvl3pPr algn="l">
              <a:defRPr sz="1350" b="1">
                <a:solidFill>
                  <a:srgbClr val="102A43"/>
                </a:solidFill>
              </a:defRPr>
            </a:lvl3pPr>
            <a:lvl4pPr algn="l">
              <a:defRPr sz="1350" b="1">
                <a:solidFill>
                  <a:srgbClr val="102A43"/>
                </a:solidFill>
              </a:defRPr>
            </a:lvl4pPr>
            <a:lvl5pPr algn="l">
              <a:defRPr sz="1350" b="1">
                <a:solidFill>
                  <a:srgbClr val="102A43"/>
                </a:solidFill>
              </a:defRPr>
            </a:lvl5pPr>
            <a:lvl6pPr algn="l">
              <a:defRPr sz="1350" b="1">
                <a:solidFill>
                  <a:srgbClr val="102A43"/>
                </a:solidFill>
              </a:defRPr>
            </a:lvl6pPr>
            <a:lvl7pPr algn="l">
              <a:defRPr sz="1350" b="1">
                <a:solidFill>
                  <a:srgbClr val="102A43"/>
                </a:solidFill>
              </a:defRPr>
            </a:lvl7pPr>
            <a:lvl8pPr algn="l">
              <a:defRPr sz="1350" b="1">
                <a:solidFill>
                  <a:srgbClr val="102A43"/>
                </a:solidFill>
              </a:defRPr>
            </a:lvl8pPr>
            <a:lvl9pPr algn="l">
              <a:defRPr sz="1350" b="1">
                <a:solidFill>
                  <a:srgbClr val="102A43"/>
                </a:solidFill>
              </a:defRPr>
            </a:lvl9pPr>
          </a:lstStyle>
          <a:p xmlns:a="http://schemas.openxmlformats.org/drawingml/2006/main">
            <a:pPr algn="l">
              <a:defRPr sz="1350" b="1">
                <a:solidFill>
                  <a:srgbClr val="102A43"/>
                </a:solidFill>
              </a:defRPr>
            </a:pPr>
            <a:r>
              <a:rPr sz="1350" b="1">
                <a:solidFill>
                  <a:srgbClr val="102A43"/>
                </a:solidFill>
              </a:rPr>
              <a:t>Triage speed</a:t>
            </a:r>
          </a:p>
        </p:txBody>
      </p:sp>
      <p:sp>
        <p:nvSpPr>
          <p:cNvPr id="13" name="">
            <a:extLst xmlns:a="http://schemas.openxmlformats.org/drawingml/2006/main">
              <a:ext uri="{FF2B5EF4-FFF2-40B4-BE49-F238E27FC236}">
                <a16:creationId xmlns:a16="http://schemas.microsoft.com/office/drawing/2014/main" id="{C75CFBBD-0779-441D-8FBF-DD669B2CBE7C}"/>
              </a:ext>
            </a:extLst>
          </p:cNvPr>
          <p:cNvSpPr>
            <a:spLocks xmlns:a="http://schemas.openxmlformats.org/drawingml/2006/main" noGrp="1"/>
          </p:cNvSpPr>
          <p:nvPr/>
        </p:nvSpPr>
        <p:spPr>
          <a:xfrm xmlns:a="http://schemas.openxmlformats.org/drawingml/2006/main">
            <a:off x="3933825" y="2171700"/>
            <a:ext cx="270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25% faster</a:t>
            </a:r>
          </a:p>
        </p:txBody>
      </p:sp>
      <p:sp>
        <p:nvSpPr>
          <p:cNvPr id="14" name="">
            <a:extLst xmlns:a="http://schemas.openxmlformats.org/drawingml/2006/main">
              <a:ext uri="{FF2B5EF4-FFF2-40B4-BE49-F238E27FC236}">
                <a16:creationId xmlns:a16="http://schemas.microsoft.com/office/drawing/2014/main" id="{959C07C3-21DD-4274-B2DB-004D95BBB898}"/>
              </a:ext>
            </a:extLst>
          </p:cNvPr>
          <p:cNvSpPr>
            <a:spLocks xmlns:a="http://schemas.openxmlformats.org/drawingml/2006/main" noGrp="1"/>
          </p:cNvSpPr>
          <p:nvPr/>
        </p:nvSpPr>
        <p:spPr>
          <a:xfrm xmlns:a="http://schemas.openxmlformats.org/drawingml/2006/main">
            <a:off x="6934200" y="2171700"/>
            <a:ext cx="4133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≥95% evidence-linked suggestions</a:t>
            </a:r>
          </a:p>
        </p:txBody>
      </p:sp>
      <p:sp>
        <p:nvSpPr>
          <p:cNvPr id="15" name="">
            <a:extLst xmlns:a="http://schemas.openxmlformats.org/drawingml/2006/main">
              <a:ext uri="{FF2B5EF4-FFF2-40B4-BE49-F238E27FC236}">
                <a16:creationId xmlns:a16="http://schemas.microsoft.com/office/drawing/2014/main" id="{9A9BD628-2AE8-4FB7-952F-6CE362844B8F}"/>
              </a:ext>
            </a:extLst>
          </p:cNvPr>
          <p:cNvSpPr>
            <a:spLocks xmlns:a="http://schemas.openxmlformats.org/drawingml/2006/main" noGrp="1"/>
          </p:cNvSpPr>
          <p:nvPr/>
        </p:nvSpPr>
        <p:spPr>
          <a:xfrm xmlns:a="http://schemas.openxmlformats.org/drawingml/2006/main">
            <a:off x="685800" y="2790825"/>
            <a:ext cx="10839450" cy="628650"/>
          </a:xfrm>
          <a:prstGeom xmlns:a="http://schemas.openxmlformats.org/drawingml/2006/main" prst="rect">
            <a:avLst/>
          </a:prstGeom>
          <a:solidFill xmlns:a="http://schemas.openxmlformats.org/drawingml/2006/main">
            <a:srgbClr val="F5F8F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DC04E5F-6BFA-40E1-9294-EE260D4F9441}"/>
              </a:ext>
            </a:extLst>
          </p:cNvPr>
          <p:cNvSpPr>
            <a:spLocks xmlns:a="http://schemas.openxmlformats.org/drawingml/2006/main" noGrp="1"/>
          </p:cNvSpPr>
          <p:nvPr/>
        </p:nvSpPr>
        <p:spPr>
          <a:xfrm xmlns:a="http://schemas.openxmlformats.org/drawingml/2006/main">
            <a:off x="819150" y="2857500"/>
            <a:ext cx="2800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1">
                <a:solidFill>
                  <a:srgbClr val="102A43"/>
                </a:solidFill>
              </a:defRPr>
            </a:defPPr>
            <a:lvl1pPr algn="l">
              <a:defRPr sz="1350" b="1">
                <a:solidFill>
                  <a:srgbClr val="102A43"/>
                </a:solidFill>
              </a:defRPr>
            </a:lvl1pPr>
            <a:lvl2pPr algn="l">
              <a:defRPr sz="1350" b="1">
                <a:solidFill>
                  <a:srgbClr val="102A43"/>
                </a:solidFill>
              </a:defRPr>
            </a:lvl2pPr>
            <a:lvl3pPr algn="l">
              <a:defRPr sz="1350" b="1">
                <a:solidFill>
                  <a:srgbClr val="102A43"/>
                </a:solidFill>
              </a:defRPr>
            </a:lvl3pPr>
            <a:lvl4pPr algn="l">
              <a:defRPr sz="1350" b="1">
                <a:solidFill>
                  <a:srgbClr val="102A43"/>
                </a:solidFill>
              </a:defRPr>
            </a:lvl4pPr>
            <a:lvl5pPr algn="l">
              <a:defRPr sz="1350" b="1">
                <a:solidFill>
                  <a:srgbClr val="102A43"/>
                </a:solidFill>
              </a:defRPr>
            </a:lvl5pPr>
            <a:lvl6pPr algn="l">
              <a:defRPr sz="1350" b="1">
                <a:solidFill>
                  <a:srgbClr val="102A43"/>
                </a:solidFill>
              </a:defRPr>
            </a:lvl6pPr>
            <a:lvl7pPr algn="l">
              <a:defRPr sz="1350" b="1">
                <a:solidFill>
                  <a:srgbClr val="102A43"/>
                </a:solidFill>
              </a:defRPr>
            </a:lvl7pPr>
            <a:lvl8pPr algn="l">
              <a:defRPr sz="1350" b="1">
                <a:solidFill>
                  <a:srgbClr val="102A43"/>
                </a:solidFill>
              </a:defRPr>
            </a:lvl8pPr>
            <a:lvl9pPr algn="l">
              <a:defRPr sz="1350" b="1">
                <a:solidFill>
                  <a:srgbClr val="102A43"/>
                </a:solidFill>
              </a:defRPr>
            </a:lvl9pPr>
          </a:lstStyle>
          <a:p xmlns:a="http://schemas.openxmlformats.org/drawingml/2006/main">
            <a:pPr algn="l">
              <a:defRPr sz="1350" b="1">
                <a:solidFill>
                  <a:srgbClr val="102A43"/>
                </a:solidFill>
              </a:defRPr>
            </a:pPr>
            <a:r>
              <a:rPr sz="1350" b="1">
                <a:solidFill>
                  <a:srgbClr val="102A43"/>
                </a:solidFill>
              </a:rPr>
              <a:t>MTTR</a:t>
            </a:r>
          </a:p>
        </p:txBody>
      </p:sp>
      <p:sp>
        <p:nvSpPr>
          <p:cNvPr id="17" name="">
            <a:extLst xmlns:a="http://schemas.openxmlformats.org/drawingml/2006/main">
              <a:ext uri="{FF2B5EF4-FFF2-40B4-BE49-F238E27FC236}">
                <a16:creationId xmlns:a16="http://schemas.microsoft.com/office/drawing/2014/main" id="{5FC475B7-40DC-419F-8D30-C622CC7EE1AF}"/>
              </a:ext>
            </a:extLst>
          </p:cNvPr>
          <p:cNvSpPr>
            <a:spLocks xmlns:a="http://schemas.openxmlformats.org/drawingml/2006/main" noGrp="1"/>
          </p:cNvSpPr>
          <p:nvPr/>
        </p:nvSpPr>
        <p:spPr>
          <a:xfrm xmlns:a="http://schemas.openxmlformats.org/drawingml/2006/main">
            <a:off x="3933825" y="2857500"/>
            <a:ext cx="270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10% lower in eligible cohort</a:t>
            </a:r>
          </a:p>
        </p:txBody>
      </p:sp>
      <p:sp>
        <p:nvSpPr>
          <p:cNvPr id="18" name="">
            <a:extLst xmlns:a="http://schemas.openxmlformats.org/drawingml/2006/main">
              <a:ext uri="{FF2B5EF4-FFF2-40B4-BE49-F238E27FC236}">
                <a16:creationId xmlns:a16="http://schemas.microsoft.com/office/drawing/2014/main" id="{D91B6923-F60E-40AB-9EE2-8E36F7178428}"/>
              </a:ext>
            </a:extLst>
          </p:cNvPr>
          <p:cNvSpPr>
            <a:spLocks xmlns:a="http://schemas.openxmlformats.org/drawingml/2006/main" noGrp="1"/>
          </p:cNvSpPr>
          <p:nvPr/>
        </p:nvSpPr>
        <p:spPr>
          <a:xfrm xmlns:a="http://schemas.openxmlformats.org/drawingml/2006/main">
            <a:off x="6934200" y="2857500"/>
            <a:ext cx="4133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No severe-incident regression</a:t>
            </a:r>
          </a:p>
        </p:txBody>
      </p:sp>
      <p:sp>
        <p:nvSpPr>
          <p:cNvPr id="19" name="">
            <a:extLst xmlns:a="http://schemas.openxmlformats.org/drawingml/2006/main">
              <a:ext uri="{FF2B5EF4-FFF2-40B4-BE49-F238E27FC236}">
                <a16:creationId xmlns:a16="http://schemas.microsoft.com/office/drawing/2014/main" id="{89B17B54-A257-4487-8DAF-638031DA757D}"/>
              </a:ext>
            </a:extLst>
          </p:cNvPr>
          <p:cNvSpPr>
            <a:spLocks xmlns:a="http://schemas.openxmlformats.org/drawingml/2006/main" noGrp="1"/>
          </p:cNvSpPr>
          <p:nvPr/>
        </p:nvSpPr>
        <p:spPr>
          <a:xfrm xmlns:a="http://schemas.openxmlformats.org/drawingml/2006/main">
            <a:off x="685800" y="3476625"/>
            <a:ext cx="10839450" cy="628650"/>
          </a:xfrm>
          <a:prstGeom xmlns:a="http://schemas.openxmlformats.org/drawingml/2006/main" prst="rect">
            <a:avLst/>
          </a:prstGeom>
          <a:solidFill xmlns:a="http://schemas.openxmlformats.org/drawingml/2006/main">
            <a:srgbClr val="EAF2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BDB063B-FB26-4420-9F60-4BD011D35D75}"/>
              </a:ext>
            </a:extLst>
          </p:cNvPr>
          <p:cNvSpPr>
            <a:spLocks xmlns:a="http://schemas.openxmlformats.org/drawingml/2006/main" noGrp="1"/>
          </p:cNvSpPr>
          <p:nvPr/>
        </p:nvSpPr>
        <p:spPr>
          <a:xfrm xmlns:a="http://schemas.openxmlformats.org/drawingml/2006/main">
            <a:off x="819150" y="3543300"/>
            <a:ext cx="2800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1">
                <a:solidFill>
                  <a:srgbClr val="102A43"/>
                </a:solidFill>
              </a:defRPr>
            </a:defPPr>
            <a:lvl1pPr algn="l">
              <a:defRPr sz="1350" b="1">
                <a:solidFill>
                  <a:srgbClr val="102A43"/>
                </a:solidFill>
              </a:defRPr>
            </a:lvl1pPr>
            <a:lvl2pPr algn="l">
              <a:defRPr sz="1350" b="1">
                <a:solidFill>
                  <a:srgbClr val="102A43"/>
                </a:solidFill>
              </a:defRPr>
            </a:lvl2pPr>
            <a:lvl3pPr algn="l">
              <a:defRPr sz="1350" b="1">
                <a:solidFill>
                  <a:srgbClr val="102A43"/>
                </a:solidFill>
              </a:defRPr>
            </a:lvl3pPr>
            <a:lvl4pPr algn="l">
              <a:defRPr sz="1350" b="1">
                <a:solidFill>
                  <a:srgbClr val="102A43"/>
                </a:solidFill>
              </a:defRPr>
            </a:lvl4pPr>
            <a:lvl5pPr algn="l">
              <a:defRPr sz="1350" b="1">
                <a:solidFill>
                  <a:srgbClr val="102A43"/>
                </a:solidFill>
              </a:defRPr>
            </a:lvl5pPr>
            <a:lvl6pPr algn="l">
              <a:defRPr sz="1350" b="1">
                <a:solidFill>
                  <a:srgbClr val="102A43"/>
                </a:solidFill>
              </a:defRPr>
            </a:lvl6pPr>
            <a:lvl7pPr algn="l">
              <a:defRPr sz="1350" b="1">
                <a:solidFill>
                  <a:srgbClr val="102A43"/>
                </a:solidFill>
              </a:defRPr>
            </a:lvl7pPr>
            <a:lvl8pPr algn="l">
              <a:defRPr sz="1350" b="1">
                <a:solidFill>
                  <a:srgbClr val="102A43"/>
                </a:solidFill>
              </a:defRPr>
            </a:lvl8pPr>
            <a:lvl9pPr algn="l">
              <a:defRPr sz="1350" b="1">
                <a:solidFill>
                  <a:srgbClr val="102A43"/>
                </a:solidFill>
              </a:defRPr>
            </a:lvl9pPr>
          </a:lstStyle>
          <a:p xmlns:a="http://schemas.openxmlformats.org/drawingml/2006/main">
            <a:pPr algn="l">
              <a:defRPr sz="1350" b="1">
                <a:solidFill>
                  <a:srgbClr val="102A43"/>
                </a:solidFill>
              </a:defRPr>
            </a:pPr>
            <a:r>
              <a:rPr sz="1350" b="1">
                <a:solidFill>
                  <a:srgbClr val="102A43"/>
                </a:solidFill>
              </a:rPr>
              <a:t>Uptime</a:t>
            </a:r>
          </a:p>
        </p:txBody>
      </p:sp>
      <p:sp>
        <p:nvSpPr>
          <p:cNvPr id="21" name="">
            <a:extLst xmlns:a="http://schemas.openxmlformats.org/drawingml/2006/main">
              <a:ext uri="{FF2B5EF4-FFF2-40B4-BE49-F238E27FC236}">
                <a16:creationId xmlns:a16="http://schemas.microsoft.com/office/drawing/2014/main" id="{4FF6E802-B2C4-460D-BF83-690279E49B39}"/>
              </a:ext>
            </a:extLst>
          </p:cNvPr>
          <p:cNvSpPr>
            <a:spLocks xmlns:a="http://schemas.openxmlformats.org/drawingml/2006/main" noGrp="1"/>
          </p:cNvSpPr>
          <p:nvPr/>
        </p:nvSpPr>
        <p:spPr>
          <a:xfrm xmlns:a="http://schemas.openxmlformats.org/drawingml/2006/main">
            <a:off x="3933825" y="3543300"/>
            <a:ext cx="270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No reduction</a:t>
            </a:r>
          </a:p>
        </p:txBody>
      </p:sp>
      <p:sp>
        <p:nvSpPr>
          <p:cNvPr id="22" name="">
            <a:extLst xmlns:a="http://schemas.openxmlformats.org/drawingml/2006/main">
              <a:ext uri="{FF2B5EF4-FFF2-40B4-BE49-F238E27FC236}">
                <a16:creationId xmlns:a16="http://schemas.microsoft.com/office/drawing/2014/main" id="{E1A9A2B8-ADC9-45D1-8B59-38F2D0F6E0F5}"/>
              </a:ext>
            </a:extLst>
          </p:cNvPr>
          <p:cNvSpPr>
            <a:spLocks xmlns:a="http://schemas.openxmlformats.org/drawingml/2006/main" noGrp="1"/>
          </p:cNvSpPr>
          <p:nvPr/>
        </p:nvSpPr>
        <p:spPr>
          <a:xfrm xmlns:a="http://schemas.openxmlformats.org/drawingml/2006/main">
            <a:off x="6934200" y="3543300"/>
            <a:ext cx="4133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Zero Sev1/Sev2 copilot-caused</a:t>
            </a:r>
          </a:p>
        </p:txBody>
      </p:sp>
      <p:sp>
        <p:nvSpPr>
          <p:cNvPr id="23" name="">
            <a:extLst xmlns:a="http://schemas.openxmlformats.org/drawingml/2006/main">
              <a:ext uri="{FF2B5EF4-FFF2-40B4-BE49-F238E27FC236}">
                <a16:creationId xmlns:a16="http://schemas.microsoft.com/office/drawing/2014/main" id="{C690DEFB-2AF9-4235-9C0D-406332C97446}"/>
              </a:ext>
            </a:extLst>
          </p:cNvPr>
          <p:cNvSpPr>
            <a:spLocks xmlns:a="http://schemas.openxmlformats.org/drawingml/2006/main" noGrp="1"/>
          </p:cNvSpPr>
          <p:nvPr/>
        </p:nvSpPr>
        <p:spPr>
          <a:xfrm xmlns:a="http://schemas.openxmlformats.org/drawingml/2006/main">
            <a:off x="685800" y="4162425"/>
            <a:ext cx="10839450" cy="628650"/>
          </a:xfrm>
          <a:prstGeom xmlns:a="http://schemas.openxmlformats.org/drawingml/2006/main" prst="rect">
            <a:avLst/>
          </a:prstGeom>
          <a:solidFill xmlns:a="http://schemas.openxmlformats.org/drawingml/2006/main">
            <a:srgbClr val="F5F8F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879A7DD-FC94-4EED-8716-5206357A3A2E}"/>
              </a:ext>
            </a:extLst>
          </p:cNvPr>
          <p:cNvSpPr>
            <a:spLocks xmlns:a="http://schemas.openxmlformats.org/drawingml/2006/main" noGrp="1"/>
          </p:cNvSpPr>
          <p:nvPr/>
        </p:nvSpPr>
        <p:spPr>
          <a:xfrm xmlns:a="http://schemas.openxmlformats.org/drawingml/2006/main">
            <a:off x="819150" y="4229100"/>
            <a:ext cx="2800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1">
                <a:solidFill>
                  <a:srgbClr val="102A43"/>
                </a:solidFill>
              </a:defRPr>
            </a:defPPr>
            <a:lvl1pPr algn="l">
              <a:defRPr sz="1350" b="1">
                <a:solidFill>
                  <a:srgbClr val="102A43"/>
                </a:solidFill>
              </a:defRPr>
            </a:lvl1pPr>
            <a:lvl2pPr algn="l">
              <a:defRPr sz="1350" b="1">
                <a:solidFill>
                  <a:srgbClr val="102A43"/>
                </a:solidFill>
              </a:defRPr>
            </a:lvl2pPr>
            <a:lvl3pPr algn="l">
              <a:defRPr sz="1350" b="1">
                <a:solidFill>
                  <a:srgbClr val="102A43"/>
                </a:solidFill>
              </a:defRPr>
            </a:lvl3pPr>
            <a:lvl4pPr algn="l">
              <a:defRPr sz="1350" b="1">
                <a:solidFill>
                  <a:srgbClr val="102A43"/>
                </a:solidFill>
              </a:defRPr>
            </a:lvl4pPr>
            <a:lvl5pPr algn="l">
              <a:defRPr sz="1350" b="1">
                <a:solidFill>
                  <a:srgbClr val="102A43"/>
                </a:solidFill>
              </a:defRPr>
            </a:lvl5pPr>
            <a:lvl6pPr algn="l">
              <a:defRPr sz="1350" b="1">
                <a:solidFill>
                  <a:srgbClr val="102A43"/>
                </a:solidFill>
              </a:defRPr>
            </a:lvl6pPr>
            <a:lvl7pPr algn="l">
              <a:defRPr sz="1350" b="1">
                <a:solidFill>
                  <a:srgbClr val="102A43"/>
                </a:solidFill>
              </a:defRPr>
            </a:lvl7pPr>
            <a:lvl8pPr algn="l">
              <a:defRPr sz="1350" b="1">
                <a:solidFill>
                  <a:srgbClr val="102A43"/>
                </a:solidFill>
              </a:defRPr>
            </a:lvl8pPr>
            <a:lvl9pPr algn="l">
              <a:defRPr sz="1350" b="1">
                <a:solidFill>
                  <a:srgbClr val="102A43"/>
                </a:solidFill>
              </a:defRPr>
            </a:lvl9pPr>
          </a:lstStyle>
          <a:p xmlns:a="http://schemas.openxmlformats.org/drawingml/2006/main">
            <a:pPr algn="l">
              <a:defRPr sz="1350" b="1">
                <a:solidFill>
                  <a:srgbClr val="102A43"/>
                </a:solidFill>
              </a:defRPr>
            </a:pPr>
            <a:r>
              <a:rPr sz="1350" b="1">
                <a:solidFill>
                  <a:srgbClr val="102A43"/>
                </a:solidFill>
              </a:rPr>
              <a:t>L1 automation</a:t>
            </a:r>
          </a:p>
        </p:txBody>
      </p:sp>
      <p:sp>
        <p:nvSpPr>
          <p:cNvPr id="25" name="">
            <a:extLst xmlns:a="http://schemas.openxmlformats.org/drawingml/2006/main">
              <a:ext uri="{FF2B5EF4-FFF2-40B4-BE49-F238E27FC236}">
                <a16:creationId xmlns:a16="http://schemas.microsoft.com/office/drawing/2014/main" id="{9CCB4E28-C1D2-44BB-81B9-9F97B048DC1E}"/>
              </a:ext>
            </a:extLst>
          </p:cNvPr>
          <p:cNvSpPr>
            <a:spLocks xmlns:a="http://schemas.openxmlformats.org/drawingml/2006/main" noGrp="1"/>
          </p:cNvSpPr>
          <p:nvPr/>
        </p:nvSpPr>
        <p:spPr>
          <a:xfrm xmlns:a="http://schemas.openxmlformats.org/drawingml/2006/main">
            <a:off x="3933825" y="4229100"/>
            <a:ext cx="270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20% eligible tickets</a:t>
            </a:r>
          </a:p>
        </p:txBody>
      </p:sp>
      <p:sp>
        <p:nvSpPr>
          <p:cNvPr id="26" name="">
            <a:extLst xmlns:a="http://schemas.openxmlformats.org/drawingml/2006/main">
              <a:ext uri="{FF2B5EF4-FFF2-40B4-BE49-F238E27FC236}">
                <a16:creationId xmlns:a16="http://schemas.microsoft.com/office/drawing/2014/main" id="{6C47DDBC-8D19-4ADB-80D0-351AE166B0B2}"/>
              </a:ext>
            </a:extLst>
          </p:cNvPr>
          <p:cNvSpPr>
            <a:spLocks xmlns:a="http://schemas.openxmlformats.org/drawingml/2006/main" noGrp="1"/>
          </p:cNvSpPr>
          <p:nvPr/>
        </p:nvSpPr>
        <p:spPr>
          <a:xfrm xmlns:a="http://schemas.openxmlformats.org/drawingml/2006/main">
            <a:off x="6934200" y="4229100"/>
            <a:ext cx="4133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&lt;2% reopen, &lt;1% rollback</a:t>
            </a:r>
          </a:p>
        </p:txBody>
      </p:sp>
      <p:sp>
        <p:nvSpPr>
          <p:cNvPr id="27" name="">
            <a:extLst xmlns:a="http://schemas.openxmlformats.org/drawingml/2006/main">
              <a:ext uri="{FF2B5EF4-FFF2-40B4-BE49-F238E27FC236}">
                <a16:creationId xmlns:a16="http://schemas.microsoft.com/office/drawing/2014/main" id="{CE5AD039-D4A6-4E69-95E2-B6766F251217}"/>
              </a:ext>
            </a:extLst>
          </p:cNvPr>
          <p:cNvSpPr>
            <a:spLocks xmlns:a="http://schemas.openxmlformats.org/drawingml/2006/main" noGrp="1"/>
          </p:cNvSpPr>
          <p:nvPr/>
        </p:nvSpPr>
        <p:spPr>
          <a:xfrm xmlns:a="http://schemas.openxmlformats.org/drawingml/2006/main">
            <a:off x="685800" y="4848225"/>
            <a:ext cx="10839450" cy="628650"/>
          </a:xfrm>
          <a:prstGeom xmlns:a="http://schemas.openxmlformats.org/drawingml/2006/main" prst="rect">
            <a:avLst/>
          </a:prstGeom>
          <a:solidFill xmlns:a="http://schemas.openxmlformats.org/drawingml/2006/main">
            <a:srgbClr val="EAF2F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740FBFA-01DB-4BFF-A979-C6FDA862B45F}"/>
              </a:ext>
            </a:extLst>
          </p:cNvPr>
          <p:cNvSpPr>
            <a:spLocks xmlns:a="http://schemas.openxmlformats.org/drawingml/2006/main" noGrp="1"/>
          </p:cNvSpPr>
          <p:nvPr/>
        </p:nvSpPr>
        <p:spPr>
          <a:xfrm xmlns:a="http://schemas.openxmlformats.org/drawingml/2006/main">
            <a:off x="819150" y="4914900"/>
            <a:ext cx="2800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1">
                <a:solidFill>
                  <a:srgbClr val="102A43"/>
                </a:solidFill>
              </a:defRPr>
            </a:defPPr>
            <a:lvl1pPr algn="l">
              <a:defRPr sz="1350" b="1">
                <a:solidFill>
                  <a:srgbClr val="102A43"/>
                </a:solidFill>
              </a:defRPr>
            </a:lvl1pPr>
            <a:lvl2pPr algn="l">
              <a:defRPr sz="1350" b="1">
                <a:solidFill>
                  <a:srgbClr val="102A43"/>
                </a:solidFill>
              </a:defRPr>
            </a:lvl2pPr>
            <a:lvl3pPr algn="l">
              <a:defRPr sz="1350" b="1">
                <a:solidFill>
                  <a:srgbClr val="102A43"/>
                </a:solidFill>
              </a:defRPr>
            </a:lvl3pPr>
            <a:lvl4pPr algn="l">
              <a:defRPr sz="1350" b="1">
                <a:solidFill>
                  <a:srgbClr val="102A43"/>
                </a:solidFill>
              </a:defRPr>
            </a:lvl4pPr>
            <a:lvl5pPr algn="l">
              <a:defRPr sz="1350" b="1">
                <a:solidFill>
                  <a:srgbClr val="102A43"/>
                </a:solidFill>
              </a:defRPr>
            </a:lvl5pPr>
            <a:lvl6pPr algn="l">
              <a:defRPr sz="1350" b="1">
                <a:solidFill>
                  <a:srgbClr val="102A43"/>
                </a:solidFill>
              </a:defRPr>
            </a:lvl6pPr>
            <a:lvl7pPr algn="l">
              <a:defRPr sz="1350" b="1">
                <a:solidFill>
                  <a:srgbClr val="102A43"/>
                </a:solidFill>
              </a:defRPr>
            </a:lvl7pPr>
            <a:lvl8pPr algn="l">
              <a:defRPr sz="1350" b="1">
                <a:solidFill>
                  <a:srgbClr val="102A43"/>
                </a:solidFill>
              </a:defRPr>
            </a:lvl8pPr>
            <a:lvl9pPr algn="l">
              <a:defRPr sz="1350" b="1">
                <a:solidFill>
                  <a:srgbClr val="102A43"/>
                </a:solidFill>
              </a:defRPr>
            </a:lvl9pPr>
          </a:lstStyle>
          <a:p xmlns:a="http://schemas.openxmlformats.org/drawingml/2006/main">
            <a:pPr algn="l">
              <a:defRPr sz="1350" b="1">
                <a:solidFill>
                  <a:srgbClr val="102A43"/>
                </a:solidFill>
              </a:defRPr>
            </a:pPr>
            <a:r>
              <a:rPr sz="1350" b="1">
                <a:solidFill>
                  <a:srgbClr val="102A43"/>
                </a:solidFill>
              </a:rPr>
              <a:t>Team capacity</a:t>
            </a:r>
          </a:p>
        </p:txBody>
      </p:sp>
      <p:sp>
        <p:nvSpPr>
          <p:cNvPr id="29" name="">
            <a:extLst xmlns:a="http://schemas.openxmlformats.org/drawingml/2006/main">
              <a:ext uri="{FF2B5EF4-FFF2-40B4-BE49-F238E27FC236}">
                <a16:creationId xmlns:a16="http://schemas.microsoft.com/office/drawing/2014/main" id="{E22171EB-0810-490A-AD0B-B982C0AE1937}"/>
              </a:ext>
            </a:extLst>
          </p:cNvPr>
          <p:cNvSpPr>
            <a:spLocks xmlns:a="http://schemas.openxmlformats.org/drawingml/2006/main" noGrp="1"/>
          </p:cNvSpPr>
          <p:nvPr/>
        </p:nvSpPr>
        <p:spPr>
          <a:xfrm xmlns:a="http://schemas.openxmlformats.org/drawingml/2006/main">
            <a:off x="3933825" y="4914900"/>
            <a:ext cx="2705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15% more eligible tickets</a:t>
            </a:r>
          </a:p>
        </p:txBody>
      </p:sp>
      <p:sp>
        <p:nvSpPr>
          <p:cNvPr id="30" name="">
            <a:extLst xmlns:a="http://schemas.openxmlformats.org/drawingml/2006/main">
              <a:ext uri="{FF2B5EF4-FFF2-40B4-BE49-F238E27FC236}">
                <a16:creationId xmlns:a16="http://schemas.microsoft.com/office/drawing/2014/main" id="{71DFB305-5F30-4F35-8413-CC19B7604BE7}"/>
              </a:ext>
            </a:extLst>
          </p:cNvPr>
          <p:cNvSpPr>
            <a:spLocks xmlns:a="http://schemas.openxmlformats.org/drawingml/2006/main" noGrp="1"/>
          </p:cNvSpPr>
          <p:nvPr/>
        </p:nvSpPr>
        <p:spPr>
          <a:xfrm xmlns:a="http://schemas.openxmlformats.org/drawingml/2006/main">
            <a:off x="6934200" y="4914900"/>
            <a:ext cx="4133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Review median &lt;3 min</a:t>
            </a:r>
          </a:p>
        </p:txBody>
      </p:sp>
      <p:sp>
        <p:nvSpPr>
          <p:cNvPr id="31" name="">
            <a:extLst xmlns:a="http://schemas.openxmlformats.org/drawingml/2006/main">
              <a:ext uri="{FF2B5EF4-FFF2-40B4-BE49-F238E27FC236}">
                <a16:creationId xmlns:a16="http://schemas.microsoft.com/office/drawing/2014/main" id="{401CA02C-8983-45CC-92D7-AA5252894EC3}"/>
              </a:ext>
            </a:extLst>
          </p:cNvPr>
          <p:cNvSpPr>
            <a:spLocks xmlns:a="http://schemas.openxmlformats.org/drawingml/2006/main" noGrp="1"/>
          </p:cNvSpPr>
          <p:nvPr/>
        </p:nvSpPr>
        <p:spPr>
          <a:xfrm xmlns:a="http://schemas.openxmlformats.org/drawingml/2006/main">
            <a:off x="781050" y="5743575"/>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425" b="0">
                <a:solidFill>
                  <a:srgbClr val="516579"/>
                </a:solidFill>
              </a:defRPr>
            </a:defPPr>
            <a:lvl1pPr algn="l">
              <a:defRPr sz="1425" b="0">
                <a:solidFill>
                  <a:srgbClr val="516579"/>
                </a:solidFill>
              </a:defRPr>
            </a:lvl1pPr>
            <a:lvl2pPr algn="l">
              <a:defRPr sz="1425" b="0">
                <a:solidFill>
                  <a:srgbClr val="516579"/>
                </a:solidFill>
              </a:defRPr>
            </a:lvl2pPr>
            <a:lvl3pPr algn="l">
              <a:defRPr sz="1425" b="0">
                <a:solidFill>
                  <a:srgbClr val="516579"/>
                </a:solidFill>
              </a:defRPr>
            </a:lvl3pPr>
            <a:lvl4pPr algn="l">
              <a:defRPr sz="1425" b="0">
                <a:solidFill>
                  <a:srgbClr val="516579"/>
                </a:solidFill>
              </a:defRPr>
            </a:lvl4pPr>
            <a:lvl5pPr algn="l">
              <a:defRPr sz="1425" b="0">
                <a:solidFill>
                  <a:srgbClr val="516579"/>
                </a:solidFill>
              </a:defRPr>
            </a:lvl5pPr>
            <a:lvl6pPr algn="l">
              <a:defRPr sz="1425" b="0">
                <a:solidFill>
                  <a:srgbClr val="516579"/>
                </a:solidFill>
              </a:defRPr>
            </a:lvl6pPr>
            <a:lvl7pPr algn="l">
              <a:defRPr sz="1425" b="0">
                <a:solidFill>
                  <a:srgbClr val="516579"/>
                </a:solidFill>
              </a:defRPr>
            </a:lvl7pPr>
            <a:lvl8pPr algn="l">
              <a:defRPr sz="1425" b="0">
                <a:solidFill>
                  <a:srgbClr val="516579"/>
                </a:solidFill>
              </a:defRPr>
            </a:lvl8pPr>
            <a:lvl9pPr algn="l">
              <a:defRPr sz="1425" b="0">
                <a:solidFill>
                  <a:srgbClr val="516579"/>
                </a:solidFill>
              </a:defRPr>
            </a:lvl9pPr>
          </a:lstStyle>
          <a:p xmlns:a="http://schemas.openxmlformats.org/drawingml/2006/main">
            <a:pPr algn="l">
              <a:defRPr sz="1425" b="0">
                <a:solidFill>
                  <a:srgbClr val="516579"/>
                </a:solidFill>
              </a:defRPr>
            </a:pPr>
            <a:r>
              <a:rPr sz="1425" b="0">
                <a:solidFill>
                  <a:srgbClr val="516579"/>
                </a:solidFill>
              </a:rPr>
              <a:t>Compare matched ticket types against an 8-week baseline. Report medians, approval delay and distributions.</a:t>
            </a:r>
          </a:p>
        </p:txBody>
      </p:sp>
    </p:spTree>
    <p:extLst>
      <p:ext uri="{BB962C8B-B14F-4D97-AF65-F5344CB8AC3E}">
        <p14:creationId xmlns:p14="http://schemas.microsoft.com/office/powerpoint/2010/main" val="420736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F3FE768-FD98-4D6D-9BA4-F68D8DA9DB25}"/>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AA19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9D63645-BF4E-460E-A3A5-CEDBA7E74198}"/>
              </a:ext>
            </a:extLst>
          </p:cNvPr>
          <p:cNvSpPr>
            <a:spLocks xmlns:a="http://schemas.openxmlformats.org/drawingml/2006/main" noGrp="1"/>
          </p:cNvSpPr>
          <p:nvPr/>
        </p:nvSpPr>
        <p:spPr>
          <a:xfrm xmlns:a="http://schemas.openxmlformats.org/drawingml/2006/main">
            <a:off x="628650" y="3048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050" b="1">
                <a:solidFill>
                  <a:srgbClr val="166B91"/>
                </a:solidFill>
              </a:defRPr>
            </a:defPPr>
            <a:lvl1pPr algn="l">
              <a:defRPr sz="1050" b="1">
                <a:solidFill>
                  <a:srgbClr val="166B91"/>
                </a:solidFill>
              </a:defRPr>
            </a:lvl1pPr>
            <a:lvl2pPr algn="l">
              <a:defRPr sz="1050" b="1">
                <a:solidFill>
                  <a:srgbClr val="166B91"/>
                </a:solidFill>
              </a:defRPr>
            </a:lvl2pPr>
            <a:lvl3pPr algn="l">
              <a:defRPr sz="1050" b="1">
                <a:solidFill>
                  <a:srgbClr val="166B91"/>
                </a:solidFill>
              </a:defRPr>
            </a:lvl3pPr>
            <a:lvl4pPr algn="l">
              <a:defRPr sz="1050" b="1">
                <a:solidFill>
                  <a:srgbClr val="166B91"/>
                </a:solidFill>
              </a:defRPr>
            </a:lvl4pPr>
            <a:lvl5pPr algn="l">
              <a:defRPr sz="1050" b="1">
                <a:solidFill>
                  <a:srgbClr val="166B91"/>
                </a:solidFill>
              </a:defRPr>
            </a:lvl5pPr>
            <a:lvl6pPr algn="l">
              <a:defRPr sz="1050" b="1">
                <a:solidFill>
                  <a:srgbClr val="166B91"/>
                </a:solidFill>
              </a:defRPr>
            </a:lvl6pPr>
            <a:lvl7pPr algn="l">
              <a:defRPr sz="1050" b="1">
                <a:solidFill>
                  <a:srgbClr val="166B91"/>
                </a:solidFill>
              </a:defRPr>
            </a:lvl7pPr>
            <a:lvl8pPr algn="l">
              <a:defRPr sz="1050" b="1">
                <a:solidFill>
                  <a:srgbClr val="166B91"/>
                </a:solidFill>
              </a:defRPr>
            </a:lvl8pPr>
            <a:lvl9pPr algn="l">
              <a:defRPr sz="1050" b="1">
                <a:solidFill>
                  <a:srgbClr val="166B91"/>
                </a:solidFill>
              </a:defRPr>
            </a:lvl9pPr>
          </a:lstStyle>
          <a:p xmlns:a="http://schemas.openxmlformats.org/drawingml/2006/main">
            <a:pPr algn="l">
              <a:defRPr sz="1050" b="1">
                <a:solidFill>
                  <a:srgbClr val="166B91"/>
                </a:solidFill>
              </a:defRPr>
            </a:pPr>
            <a:r>
              <a:rPr sz="1050" b="1">
                <a:solidFill>
                  <a:srgbClr val="166B91"/>
                </a:solidFill>
              </a:rPr>
              <a:t>CYBERSECURITY ASSIGNMENT</a:t>
            </a:r>
          </a:p>
        </p:txBody>
      </p:sp>
      <p:sp>
        <p:nvSpPr>
          <p:cNvPr id="3" name="">
            <a:extLst xmlns:a="http://schemas.openxmlformats.org/drawingml/2006/main">
              <a:ext uri="{FF2B5EF4-FFF2-40B4-BE49-F238E27FC236}">
                <a16:creationId xmlns:a16="http://schemas.microsoft.com/office/drawing/2014/main" id="{FD8F9C7A-21ED-4057-927F-7347CFDAB626}"/>
              </a:ext>
            </a:extLst>
          </p:cNvPr>
          <p:cNvSpPr>
            <a:spLocks xmlns:a="http://schemas.openxmlformats.org/drawingml/2006/main" noGrp="1"/>
          </p:cNvSpPr>
          <p:nvPr/>
        </p:nvSpPr>
        <p:spPr>
          <a:xfrm xmlns:a="http://schemas.openxmlformats.org/drawingml/2006/main">
            <a:off x="628650" y="60960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3000" b="1">
                <a:solidFill>
                  <a:srgbClr val="102A43"/>
                </a:solidFill>
              </a:defRPr>
            </a:defPPr>
            <a:lvl1pPr algn="l">
              <a:defRPr sz="3000" b="1">
                <a:solidFill>
                  <a:srgbClr val="102A43"/>
                </a:solidFill>
              </a:defRPr>
            </a:lvl1pPr>
            <a:lvl2pPr algn="l">
              <a:defRPr sz="3000" b="1">
                <a:solidFill>
                  <a:srgbClr val="102A43"/>
                </a:solidFill>
              </a:defRPr>
            </a:lvl2pPr>
            <a:lvl3pPr algn="l">
              <a:defRPr sz="3000" b="1">
                <a:solidFill>
                  <a:srgbClr val="102A43"/>
                </a:solidFill>
              </a:defRPr>
            </a:lvl3pPr>
            <a:lvl4pPr algn="l">
              <a:defRPr sz="3000" b="1">
                <a:solidFill>
                  <a:srgbClr val="102A43"/>
                </a:solidFill>
              </a:defRPr>
            </a:lvl4pPr>
            <a:lvl5pPr algn="l">
              <a:defRPr sz="3000" b="1">
                <a:solidFill>
                  <a:srgbClr val="102A43"/>
                </a:solidFill>
              </a:defRPr>
            </a:lvl5pPr>
            <a:lvl6pPr algn="l">
              <a:defRPr sz="3000" b="1">
                <a:solidFill>
                  <a:srgbClr val="102A43"/>
                </a:solidFill>
              </a:defRPr>
            </a:lvl6pPr>
            <a:lvl7pPr algn="l">
              <a:defRPr sz="3000" b="1">
                <a:solidFill>
                  <a:srgbClr val="102A43"/>
                </a:solidFill>
              </a:defRPr>
            </a:lvl7pPr>
            <a:lvl8pPr algn="l">
              <a:defRPr sz="3000" b="1">
                <a:solidFill>
                  <a:srgbClr val="102A43"/>
                </a:solidFill>
              </a:defRPr>
            </a:lvl8pPr>
            <a:lvl9pPr algn="l">
              <a:defRPr sz="3000" b="1">
                <a:solidFill>
                  <a:srgbClr val="102A43"/>
                </a:solidFill>
              </a:defRPr>
            </a:lvl9pPr>
          </a:lstStyle>
          <a:p xmlns:a="http://schemas.openxmlformats.org/drawingml/2006/main">
            <a:pPr algn="l">
              <a:defRPr sz="3000" b="1">
                <a:solidFill>
                  <a:srgbClr val="102A43"/>
                </a:solidFill>
              </a:defRPr>
            </a:pPr>
            <a:r>
              <a:rPr sz="3000" b="1">
                <a:solidFill>
                  <a:srgbClr val="102A43"/>
                </a:solidFill>
              </a:rPr>
              <a:t>Red team tests the full attack path</a:t>
            </a:r>
          </a:p>
        </p:txBody>
      </p:sp>
      <p:sp>
        <p:nvSpPr>
          <p:cNvPr id="4" name="">
            <a:extLst xmlns:a="http://schemas.openxmlformats.org/drawingml/2006/main">
              <a:ext uri="{FF2B5EF4-FFF2-40B4-BE49-F238E27FC236}">
                <a16:creationId xmlns:a16="http://schemas.microsoft.com/office/drawing/2014/main" id="{391BFBF7-3760-4E0B-BF43-3792A9F48840}"/>
              </a:ext>
            </a:extLst>
          </p:cNvPr>
          <p:cNvSpPr>
            <a:spLocks xmlns:a="http://schemas.openxmlformats.org/drawingml/2006/main" noGrp="1"/>
          </p:cNvSpPr>
          <p:nvPr/>
        </p:nvSpPr>
        <p:spPr>
          <a:xfrm xmlns:a="http://schemas.openxmlformats.org/drawingml/2006/main">
            <a:off x="628650" y="1257300"/>
            <a:ext cx="10934700" cy="19050"/>
          </a:xfrm>
          <a:prstGeom xmlns:a="http://schemas.openxmlformats.org/drawingml/2006/main" prst="rect">
            <a:avLst/>
          </a:prstGeom>
          <a:solidFill xmlns:a="http://schemas.openxmlformats.org/drawingml/2006/main">
            <a:srgbClr val="B9C9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C99B063-0053-40C6-A13E-E99554DAD8A0}"/>
              </a:ext>
            </a:extLst>
          </p:cNvPr>
          <p:cNvSpPr>
            <a:spLocks xmlns:a="http://schemas.openxmlformats.org/drawingml/2006/main" noGrp="1"/>
          </p:cNvSpPr>
          <p:nvPr/>
        </p:nvSpPr>
        <p:spPr>
          <a:xfrm xmlns:a="http://schemas.openxmlformats.org/drawingml/2006/main">
            <a:off x="628650" y="64770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050" b="0">
                <a:solidFill>
                  <a:srgbClr val="516579"/>
                </a:solidFill>
              </a:defRPr>
            </a:defPPr>
            <a:lvl1pPr algn="l">
              <a:defRPr sz="1050" b="0">
                <a:solidFill>
                  <a:srgbClr val="516579"/>
                </a:solidFill>
              </a:defRPr>
            </a:lvl1pPr>
            <a:lvl2pPr algn="l">
              <a:defRPr sz="1050" b="0">
                <a:solidFill>
                  <a:srgbClr val="516579"/>
                </a:solidFill>
              </a:defRPr>
            </a:lvl2pPr>
            <a:lvl3pPr algn="l">
              <a:defRPr sz="1050" b="0">
                <a:solidFill>
                  <a:srgbClr val="516579"/>
                </a:solidFill>
              </a:defRPr>
            </a:lvl3pPr>
            <a:lvl4pPr algn="l">
              <a:defRPr sz="1050" b="0">
                <a:solidFill>
                  <a:srgbClr val="516579"/>
                </a:solidFill>
              </a:defRPr>
            </a:lvl4pPr>
            <a:lvl5pPr algn="l">
              <a:defRPr sz="1050" b="0">
                <a:solidFill>
                  <a:srgbClr val="516579"/>
                </a:solidFill>
              </a:defRPr>
            </a:lvl5pPr>
            <a:lvl6pPr algn="l">
              <a:defRPr sz="1050" b="0">
                <a:solidFill>
                  <a:srgbClr val="516579"/>
                </a:solidFill>
              </a:defRPr>
            </a:lvl6pPr>
            <a:lvl7pPr algn="l">
              <a:defRPr sz="1050" b="0">
                <a:solidFill>
                  <a:srgbClr val="516579"/>
                </a:solidFill>
              </a:defRPr>
            </a:lvl7pPr>
            <a:lvl8pPr algn="l">
              <a:defRPr sz="1050" b="0">
                <a:solidFill>
                  <a:srgbClr val="516579"/>
                </a:solidFill>
              </a:defRPr>
            </a:lvl8pPr>
            <a:lvl9pPr algn="l">
              <a:defRPr sz="1050" b="0">
                <a:solidFill>
                  <a:srgbClr val="516579"/>
                </a:solidFill>
              </a:defRPr>
            </a:lvl9pPr>
          </a:lstStyle>
          <a:p xmlns:a="http://schemas.openxmlformats.org/drawingml/2006/main">
            <a:pPr algn="l">
              <a:defRPr sz="1050" b="0">
                <a:solidFill>
                  <a:srgbClr val="516579"/>
                </a:solidFill>
              </a:defRPr>
            </a:pPr>
            <a:r>
              <a:rPr sz="1050" b="0">
                <a:solidFill>
                  <a:srgbClr val="516579"/>
                </a:solidFill>
              </a:rPr>
              <a:t>AI root cause and ticket resolution copilot</a:t>
            </a:r>
          </a:p>
        </p:txBody>
      </p:sp>
      <p:sp>
        <p:nvSpPr>
          <p:cNvPr id="6" name="">
            <a:extLst xmlns:a="http://schemas.openxmlformats.org/drawingml/2006/main">
              <a:ext uri="{FF2B5EF4-FFF2-40B4-BE49-F238E27FC236}">
                <a16:creationId xmlns:a16="http://schemas.microsoft.com/office/drawing/2014/main" id="{EAE6312F-BCB2-4937-B4DB-0BF4FA814980}"/>
              </a:ext>
            </a:extLst>
          </p:cNvPr>
          <p:cNvSpPr>
            <a:spLocks xmlns:a="http://schemas.openxmlformats.org/drawingml/2006/main" noGrp="1"/>
          </p:cNvSpPr>
          <p:nvPr/>
        </p:nvSpPr>
        <p:spPr>
          <a:xfrm xmlns:a="http://schemas.openxmlformats.org/drawingml/2006/main">
            <a:off x="1114425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r">
              <a:defRPr sz="1050" b="0">
                <a:solidFill>
                  <a:srgbClr val="516579"/>
                </a:solidFill>
              </a:defRPr>
            </a:defPPr>
            <a:lvl1pPr algn="r">
              <a:defRPr sz="1050" b="0">
                <a:solidFill>
                  <a:srgbClr val="516579"/>
                </a:solidFill>
              </a:defRPr>
            </a:lvl1pPr>
            <a:lvl2pPr algn="r">
              <a:defRPr sz="1050" b="0">
                <a:solidFill>
                  <a:srgbClr val="516579"/>
                </a:solidFill>
              </a:defRPr>
            </a:lvl2pPr>
            <a:lvl3pPr algn="r">
              <a:defRPr sz="1050" b="0">
                <a:solidFill>
                  <a:srgbClr val="516579"/>
                </a:solidFill>
              </a:defRPr>
            </a:lvl3pPr>
            <a:lvl4pPr algn="r">
              <a:defRPr sz="1050" b="0">
                <a:solidFill>
                  <a:srgbClr val="516579"/>
                </a:solidFill>
              </a:defRPr>
            </a:lvl4pPr>
            <a:lvl5pPr algn="r">
              <a:defRPr sz="1050" b="0">
                <a:solidFill>
                  <a:srgbClr val="516579"/>
                </a:solidFill>
              </a:defRPr>
            </a:lvl5pPr>
            <a:lvl6pPr algn="r">
              <a:defRPr sz="1050" b="0">
                <a:solidFill>
                  <a:srgbClr val="516579"/>
                </a:solidFill>
              </a:defRPr>
            </a:lvl6pPr>
            <a:lvl7pPr algn="r">
              <a:defRPr sz="1050" b="0">
                <a:solidFill>
                  <a:srgbClr val="516579"/>
                </a:solidFill>
              </a:defRPr>
            </a:lvl7pPr>
            <a:lvl8pPr algn="r">
              <a:defRPr sz="1050" b="0">
                <a:solidFill>
                  <a:srgbClr val="516579"/>
                </a:solidFill>
              </a:defRPr>
            </a:lvl8pPr>
            <a:lvl9pPr algn="r">
              <a:defRPr sz="1050" b="0">
                <a:solidFill>
                  <a:srgbClr val="516579"/>
                </a:solidFill>
              </a:defRPr>
            </a:lvl9pPr>
          </a:lstStyle>
          <a:p xmlns:a="http://schemas.openxmlformats.org/drawingml/2006/main">
            <a:pPr algn="r">
              <a:defRPr sz="1050" b="0">
                <a:solidFill>
                  <a:srgbClr val="516579"/>
                </a:solidFill>
              </a:defRPr>
            </a:pPr>
            <a:r>
              <a:rPr sz="1050" b="0">
                <a:solidFill>
                  <a:srgbClr val="516579"/>
                </a:solidFill>
              </a:rPr>
              <a:t>8</a:t>
            </a:r>
          </a:p>
        </p:txBody>
      </p:sp>
      <p:sp>
        <p:nvSpPr>
          <p:cNvPr id="7" name="">
            <a:extLst xmlns:a="http://schemas.openxmlformats.org/drawingml/2006/main">
              <a:ext uri="{FF2B5EF4-FFF2-40B4-BE49-F238E27FC236}">
                <a16:creationId xmlns:a16="http://schemas.microsoft.com/office/drawing/2014/main" id="{91564D23-3C68-4159-86C3-E47FF4922439}"/>
              </a:ext>
            </a:extLst>
          </p:cNvPr>
          <p:cNvSpPr>
            <a:spLocks xmlns:a="http://schemas.openxmlformats.org/drawingml/2006/main" noGrp="1"/>
          </p:cNvSpPr>
          <p:nvPr/>
        </p:nvSpPr>
        <p:spPr>
          <a:xfrm xmlns:a="http://schemas.openxmlformats.org/drawingml/2006/main">
            <a:off x="714375" y="1809750"/>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75" b="1">
                <a:solidFill>
                  <a:srgbClr val="102A43"/>
                </a:solidFill>
              </a:defRPr>
            </a:defPPr>
            <a:lvl1pPr algn="l">
              <a:defRPr sz="1575" b="1">
                <a:solidFill>
                  <a:srgbClr val="102A43"/>
                </a:solidFill>
              </a:defRPr>
            </a:lvl1pPr>
            <a:lvl2pPr algn="l">
              <a:defRPr sz="1575" b="1">
                <a:solidFill>
                  <a:srgbClr val="102A43"/>
                </a:solidFill>
              </a:defRPr>
            </a:lvl2pPr>
            <a:lvl3pPr algn="l">
              <a:defRPr sz="1575" b="1">
                <a:solidFill>
                  <a:srgbClr val="102A43"/>
                </a:solidFill>
              </a:defRPr>
            </a:lvl3pPr>
            <a:lvl4pPr algn="l">
              <a:defRPr sz="1575" b="1">
                <a:solidFill>
                  <a:srgbClr val="102A43"/>
                </a:solidFill>
              </a:defRPr>
            </a:lvl4pPr>
            <a:lvl5pPr algn="l">
              <a:defRPr sz="1575" b="1">
                <a:solidFill>
                  <a:srgbClr val="102A43"/>
                </a:solidFill>
              </a:defRPr>
            </a:lvl5pPr>
            <a:lvl6pPr algn="l">
              <a:defRPr sz="1575" b="1">
                <a:solidFill>
                  <a:srgbClr val="102A43"/>
                </a:solidFill>
              </a:defRPr>
            </a:lvl6pPr>
            <a:lvl7pPr algn="l">
              <a:defRPr sz="1575" b="1">
                <a:solidFill>
                  <a:srgbClr val="102A43"/>
                </a:solidFill>
              </a:defRPr>
            </a:lvl7pPr>
            <a:lvl8pPr algn="l">
              <a:defRPr sz="1575" b="1">
                <a:solidFill>
                  <a:srgbClr val="102A43"/>
                </a:solidFill>
              </a:defRPr>
            </a:lvl8pPr>
            <a:lvl9pPr algn="l">
              <a:defRPr sz="1575" b="1">
                <a:solidFill>
                  <a:srgbClr val="102A43"/>
                </a:solidFill>
              </a:defRPr>
            </a:lvl9pPr>
          </a:lstStyle>
          <a:p xmlns:a="http://schemas.openxmlformats.org/drawingml/2006/main">
            <a:pPr algn="l">
              <a:defRPr sz="1575" b="1">
                <a:solidFill>
                  <a:srgbClr val="102A43"/>
                </a:solidFill>
              </a:defRPr>
            </a:pPr>
            <a:r>
              <a:rPr sz="1575" b="1">
                <a:solidFill>
                  <a:srgbClr val="102A43"/>
                </a:solidFill>
              </a:rPr>
              <a:t>Prompt injection</a:t>
            </a:r>
          </a:p>
        </p:txBody>
      </p:sp>
      <p:sp>
        <p:nvSpPr>
          <p:cNvPr id="8" name="">
            <a:extLst xmlns:a="http://schemas.openxmlformats.org/drawingml/2006/main">
              <a:ext uri="{FF2B5EF4-FFF2-40B4-BE49-F238E27FC236}">
                <a16:creationId xmlns:a16="http://schemas.microsoft.com/office/drawing/2014/main" id="{9FC90AB5-7E3F-4BFE-B812-16881E54E424}"/>
              </a:ext>
            </a:extLst>
          </p:cNvPr>
          <p:cNvSpPr>
            <a:spLocks xmlns:a="http://schemas.openxmlformats.org/drawingml/2006/main" noGrp="1"/>
          </p:cNvSpPr>
          <p:nvPr/>
        </p:nvSpPr>
        <p:spPr>
          <a:xfrm xmlns:a="http://schemas.openxmlformats.org/drawingml/2006/main">
            <a:off x="714375" y="2228850"/>
            <a:ext cx="3190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Goal: steer diagnosis</a:t>
            </a:r>
          </a:p>
        </p:txBody>
      </p:sp>
      <p:sp>
        <p:nvSpPr>
          <p:cNvPr id="9" name="">
            <a:extLst xmlns:a="http://schemas.openxmlformats.org/drawingml/2006/main">
              <a:ext uri="{FF2B5EF4-FFF2-40B4-BE49-F238E27FC236}">
                <a16:creationId xmlns:a16="http://schemas.microsoft.com/office/drawing/2014/main" id="{055CB9A0-22EC-4CA0-9B9B-D6AE034C78B1}"/>
              </a:ext>
            </a:extLst>
          </p:cNvPr>
          <p:cNvSpPr>
            <a:spLocks xmlns:a="http://schemas.openxmlformats.org/drawingml/2006/main" noGrp="1"/>
          </p:cNvSpPr>
          <p:nvPr/>
        </p:nvSpPr>
        <p:spPr>
          <a:xfrm xmlns:a="http://schemas.openxmlformats.org/drawingml/2006/main">
            <a:off x="714375" y="2752725"/>
            <a:ext cx="3143250" cy="28575"/>
          </a:xfrm>
          <a:prstGeom xmlns:a="http://schemas.openxmlformats.org/drawingml/2006/main" prst="rect">
            <a:avLst/>
          </a:prstGeom>
          <a:solidFill xmlns:a="http://schemas.openxmlformats.org/drawingml/2006/main">
            <a:srgbClr val="2AA19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B1F06B5-089B-4109-998B-3808A7799DD5}"/>
              </a:ext>
            </a:extLst>
          </p:cNvPr>
          <p:cNvSpPr>
            <a:spLocks xmlns:a="http://schemas.openxmlformats.org/drawingml/2006/main" noGrp="1"/>
          </p:cNvSpPr>
          <p:nvPr/>
        </p:nvSpPr>
        <p:spPr>
          <a:xfrm xmlns:a="http://schemas.openxmlformats.org/drawingml/2006/main">
            <a:off x="714375" y="28765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200" b="1">
                <a:solidFill>
                  <a:srgbClr val="166B91"/>
                </a:solidFill>
              </a:defRPr>
            </a:defPPr>
            <a:lvl1pPr algn="l">
              <a:defRPr sz="1200" b="1">
                <a:solidFill>
                  <a:srgbClr val="166B91"/>
                </a:solidFill>
              </a:defRPr>
            </a:lvl1pPr>
            <a:lvl2pPr algn="l">
              <a:defRPr sz="1200" b="1">
                <a:solidFill>
                  <a:srgbClr val="166B91"/>
                </a:solidFill>
              </a:defRPr>
            </a:lvl2pPr>
            <a:lvl3pPr algn="l">
              <a:defRPr sz="1200" b="1">
                <a:solidFill>
                  <a:srgbClr val="166B91"/>
                </a:solidFill>
              </a:defRPr>
            </a:lvl3pPr>
            <a:lvl4pPr algn="l">
              <a:defRPr sz="1200" b="1">
                <a:solidFill>
                  <a:srgbClr val="166B91"/>
                </a:solidFill>
              </a:defRPr>
            </a:lvl4pPr>
            <a:lvl5pPr algn="l">
              <a:defRPr sz="1200" b="1">
                <a:solidFill>
                  <a:srgbClr val="166B91"/>
                </a:solidFill>
              </a:defRPr>
            </a:lvl5pPr>
            <a:lvl6pPr algn="l">
              <a:defRPr sz="1200" b="1">
                <a:solidFill>
                  <a:srgbClr val="166B91"/>
                </a:solidFill>
              </a:defRPr>
            </a:lvl6pPr>
            <a:lvl7pPr algn="l">
              <a:defRPr sz="1200" b="1">
                <a:solidFill>
                  <a:srgbClr val="166B91"/>
                </a:solidFill>
              </a:defRPr>
            </a:lvl7pPr>
            <a:lvl8pPr algn="l">
              <a:defRPr sz="1200" b="1">
                <a:solidFill>
                  <a:srgbClr val="166B91"/>
                </a:solidFill>
              </a:defRPr>
            </a:lvl8pPr>
            <a:lvl9pPr algn="l">
              <a:defRPr sz="1200" b="1">
                <a:solidFill>
                  <a:srgbClr val="166B91"/>
                </a:solidFill>
              </a:defRPr>
            </a:lvl9pPr>
          </a:lstStyle>
          <a:p xmlns:a="http://schemas.openxmlformats.org/drawingml/2006/main">
            <a:pPr algn="l">
              <a:defRPr sz="1200" b="1">
                <a:solidFill>
                  <a:srgbClr val="166B91"/>
                </a:solidFill>
              </a:defRPr>
            </a:pPr>
            <a:r>
              <a:rPr sz="1200" b="1">
                <a:solidFill>
                  <a:srgbClr val="166B91"/>
                </a:solidFill>
              </a:rPr>
              <a:t>ATLAS AML.T0051</a:t>
            </a:r>
          </a:p>
        </p:txBody>
      </p:sp>
      <p:sp>
        <p:nvSpPr>
          <p:cNvPr id="11" name="">
            <a:extLst xmlns:a="http://schemas.openxmlformats.org/drawingml/2006/main">
              <a:ext uri="{FF2B5EF4-FFF2-40B4-BE49-F238E27FC236}">
                <a16:creationId xmlns:a16="http://schemas.microsoft.com/office/drawing/2014/main" id="{55A12311-806D-4FEC-AA90-3C0FB64E76B8}"/>
              </a:ext>
            </a:extLst>
          </p:cNvPr>
          <p:cNvSpPr>
            <a:spLocks xmlns:a="http://schemas.openxmlformats.org/drawingml/2006/main" noGrp="1"/>
          </p:cNvSpPr>
          <p:nvPr/>
        </p:nvSpPr>
        <p:spPr>
          <a:xfrm xmlns:a="http://schemas.openxmlformats.org/drawingml/2006/main">
            <a:off x="4381500" y="1809750"/>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75" b="1">
                <a:solidFill>
                  <a:srgbClr val="102A43"/>
                </a:solidFill>
              </a:defRPr>
            </a:defPPr>
            <a:lvl1pPr algn="l">
              <a:defRPr sz="1575" b="1">
                <a:solidFill>
                  <a:srgbClr val="102A43"/>
                </a:solidFill>
              </a:defRPr>
            </a:lvl1pPr>
            <a:lvl2pPr algn="l">
              <a:defRPr sz="1575" b="1">
                <a:solidFill>
                  <a:srgbClr val="102A43"/>
                </a:solidFill>
              </a:defRPr>
            </a:lvl2pPr>
            <a:lvl3pPr algn="l">
              <a:defRPr sz="1575" b="1">
                <a:solidFill>
                  <a:srgbClr val="102A43"/>
                </a:solidFill>
              </a:defRPr>
            </a:lvl3pPr>
            <a:lvl4pPr algn="l">
              <a:defRPr sz="1575" b="1">
                <a:solidFill>
                  <a:srgbClr val="102A43"/>
                </a:solidFill>
              </a:defRPr>
            </a:lvl4pPr>
            <a:lvl5pPr algn="l">
              <a:defRPr sz="1575" b="1">
                <a:solidFill>
                  <a:srgbClr val="102A43"/>
                </a:solidFill>
              </a:defRPr>
            </a:lvl5pPr>
            <a:lvl6pPr algn="l">
              <a:defRPr sz="1575" b="1">
                <a:solidFill>
                  <a:srgbClr val="102A43"/>
                </a:solidFill>
              </a:defRPr>
            </a:lvl6pPr>
            <a:lvl7pPr algn="l">
              <a:defRPr sz="1575" b="1">
                <a:solidFill>
                  <a:srgbClr val="102A43"/>
                </a:solidFill>
              </a:defRPr>
            </a:lvl7pPr>
            <a:lvl8pPr algn="l">
              <a:defRPr sz="1575" b="1">
                <a:solidFill>
                  <a:srgbClr val="102A43"/>
                </a:solidFill>
              </a:defRPr>
            </a:lvl8pPr>
            <a:lvl9pPr algn="l">
              <a:defRPr sz="1575" b="1">
                <a:solidFill>
                  <a:srgbClr val="102A43"/>
                </a:solidFill>
              </a:defRPr>
            </a:lvl9pPr>
          </a:lstStyle>
          <a:p xmlns:a="http://schemas.openxmlformats.org/drawingml/2006/main">
            <a:pPr algn="l">
              <a:defRPr sz="1575" b="1">
                <a:solidFill>
                  <a:srgbClr val="102A43"/>
                </a:solidFill>
              </a:defRPr>
            </a:pPr>
            <a:r>
              <a:rPr sz="1575" b="1">
                <a:solidFill>
                  <a:srgbClr val="102A43"/>
                </a:solidFill>
              </a:rPr>
              <a:t>Stolen identity</a:t>
            </a:r>
          </a:p>
        </p:txBody>
      </p:sp>
      <p:sp>
        <p:nvSpPr>
          <p:cNvPr id="12" name="">
            <a:extLst xmlns:a="http://schemas.openxmlformats.org/drawingml/2006/main">
              <a:ext uri="{FF2B5EF4-FFF2-40B4-BE49-F238E27FC236}">
                <a16:creationId xmlns:a16="http://schemas.microsoft.com/office/drawing/2014/main" id="{52DD9C84-A9F9-4998-B551-0C1C69EF9C42}"/>
              </a:ext>
            </a:extLst>
          </p:cNvPr>
          <p:cNvSpPr>
            <a:spLocks xmlns:a="http://schemas.openxmlformats.org/drawingml/2006/main" noGrp="1"/>
          </p:cNvSpPr>
          <p:nvPr/>
        </p:nvSpPr>
        <p:spPr>
          <a:xfrm xmlns:a="http://schemas.openxmlformats.org/drawingml/2006/main">
            <a:off x="4381500" y="2228850"/>
            <a:ext cx="3190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Goal: reach ticket / prod</a:t>
            </a:r>
          </a:p>
        </p:txBody>
      </p:sp>
      <p:sp>
        <p:nvSpPr>
          <p:cNvPr id="13" name="">
            <a:extLst xmlns:a="http://schemas.openxmlformats.org/drawingml/2006/main">
              <a:ext uri="{FF2B5EF4-FFF2-40B4-BE49-F238E27FC236}">
                <a16:creationId xmlns:a16="http://schemas.microsoft.com/office/drawing/2014/main" id="{76D3BEA2-258F-4496-A528-ADC46FACFA01}"/>
              </a:ext>
            </a:extLst>
          </p:cNvPr>
          <p:cNvSpPr>
            <a:spLocks xmlns:a="http://schemas.openxmlformats.org/drawingml/2006/main" noGrp="1"/>
          </p:cNvSpPr>
          <p:nvPr/>
        </p:nvSpPr>
        <p:spPr>
          <a:xfrm xmlns:a="http://schemas.openxmlformats.org/drawingml/2006/main">
            <a:off x="4381500" y="2752725"/>
            <a:ext cx="3143250" cy="28575"/>
          </a:xfrm>
          <a:prstGeom xmlns:a="http://schemas.openxmlformats.org/drawingml/2006/main" prst="rect">
            <a:avLst/>
          </a:prstGeom>
          <a:solidFill xmlns:a="http://schemas.openxmlformats.org/drawingml/2006/main">
            <a:srgbClr val="2AA19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6491633-CF0D-4FAF-B375-8F81E66538E1}"/>
              </a:ext>
            </a:extLst>
          </p:cNvPr>
          <p:cNvSpPr>
            <a:spLocks xmlns:a="http://schemas.openxmlformats.org/drawingml/2006/main" noGrp="1"/>
          </p:cNvSpPr>
          <p:nvPr/>
        </p:nvSpPr>
        <p:spPr>
          <a:xfrm xmlns:a="http://schemas.openxmlformats.org/drawingml/2006/main">
            <a:off x="4381500" y="28765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200" b="1">
                <a:solidFill>
                  <a:srgbClr val="166B91"/>
                </a:solidFill>
              </a:defRPr>
            </a:defPPr>
            <a:lvl1pPr algn="l">
              <a:defRPr sz="1200" b="1">
                <a:solidFill>
                  <a:srgbClr val="166B91"/>
                </a:solidFill>
              </a:defRPr>
            </a:lvl1pPr>
            <a:lvl2pPr algn="l">
              <a:defRPr sz="1200" b="1">
                <a:solidFill>
                  <a:srgbClr val="166B91"/>
                </a:solidFill>
              </a:defRPr>
            </a:lvl2pPr>
            <a:lvl3pPr algn="l">
              <a:defRPr sz="1200" b="1">
                <a:solidFill>
                  <a:srgbClr val="166B91"/>
                </a:solidFill>
              </a:defRPr>
            </a:lvl3pPr>
            <a:lvl4pPr algn="l">
              <a:defRPr sz="1200" b="1">
                <a:solidFill>
                  <a:srgbClr val="166B91"/>
                </a:solidFill>
              </a:defRPr>
            </a:lvl4pPr>
            <a:lvl5pPr algn="l">
              <a:defRPr sz="1200" b="1">
                <a:solidFill>
                  <a:srgbClr val="166B91"/>
                </a:solidFill>
              </a:defRPr>
            </a:lvl5pPr>
            <a:lvl6pPr algn="l">
              <a:defRPr sz="1200" b="1">
                <a:solidFill>
                  <a:srgbClr val="166B91"/>
                </a:solidFill>
              </a:defRPr>
            </a:lvl6pPr>
            <a:lvl7pPr algn="l">
              <a:defRPr sz="1200" b="1">
                <a:solidFill>
                  <a:srgbClr val="166B91"/>
                </a:solidFill>
              </a:defRPr>
            </a:lvl7pPr>
            <a:lvl8pPr algn="l">
              <a:defRPr sz="1200" b="1">
                <a:solidFill>
                  <a:srgbClr val="166B91"/>
                </a:solidFill>
              </a:defRPr>
            </a:lvl8pPr>
            <a:lvl9pPr algn="l">
              <a:defRPr sz="1200" b="1">
                <a:solidFill>
                  <a:srgbClr val="166B91"/>
                </a:solidFill>
              </a:defRPr>
            </a:lvl9pPr>
          </a:lstStyle>
          <a:p xmlns:a="http://schemas.openxmlformats.org/drawingml/2006/main">
            <a:pPr algn="l">
              <a:defRPr sz="1200" b="1">
                <a:solidFill>
                  <a:srgbClr val="166B91"/>
                </a:solidFill>
              </a:defRPr>
            </a:pPr>
            <a:r>
              <a:rPr sz="1200" b="1">
                <a:solidFill>
                  <a:srgbClr val="166B91"/>
                </a:solidFill>
              </a:rPr>
              <a:t>ATT&amp;CK T1078</a:t>
            </a:r>
          </a:p>
        </p:txBody>
      </p:sp>
      <p:sp>
        <p:nvSpPr>
          <p:cNvPr id="15" name="">
            <a:extLst xmlns:a="http://schemas.openxmlformats.org/drawingml/2006/main">
              <a:ext uri="{FF2B5EF4-FFF2-40B4-BE49-F238E27FC236}">
                <a16:creationId xmlns:a16="http://schemas.microsoft.com/office/drawing/2014/main" id="{B6446510-B223-4F98-84F1-34EFDA52A0E5}"/>
              </a:ext>
            </a:extLst>
          </p:cNvPr>
          <p:cNvSpPr>
            <a:spLocks xmlns:a="http://schemas.openxmlformats.org/drawingml/2006/main" noGrp="1"/>
          </p:cNvSpPr>
          <p:nvPr/>
        </p:nvSpPr>
        <p:spPr>
          <a:xfrm xmlns:a="http://schemas.openxmlformats.org/drawingml/2006/main">
            <a:off x="8048625" y="1809750"/>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75" b="1">
                <a:solidFill>
                  <a:srgbClr val="102A43"/>
                </a:solidFill>
              </a:defRPr>
            </a:defPPr>
            <a:lvl1pPr algn="l">
              <a:defRPr sz="1575" b="1">
                <a:solidFill>
                  <a:srgbClr val="102A43"/>
                </a:solidFill>
              </a:defRPr>
            </a:lvl1pPr>
            <a:lvl2pPr algn="l">
              <a:defRPr sz="1575" b="1">
                <a:solidFill>
                  <a:srgbClr val="102A43"/>
                </a:solidFill>
              </a:defRPr>
            </a:lvl2pPr>
            <a:lvl3pPr algn="l">
              <a:defRPr sz="1575" b="1">
                <a:solidFill>
                  <a:srgbClr val="102A43"/>
                </a:solidFill>
              </a:defRPr>
            </a:lvl3pPr>
            <a:lvl4pPr algn="l">
              <a:defRPr sz="1575" b="1">
                <a:solidFill>
                  <a:srgbClr val="102A43"/>
                </a:solidFill>
              </a:defRPr>
            </a:lvl4pPr>
            <a:lvl5pPr algn="l">
              <a:defRPr sz="1575" b="1">
                <a:solidFill>
                  <a:srgbClr val="102A43"/>
                </a:solidFill>
              </a:defRPr>
            </a:lvl5pPr>
            <a:lvl6pPr algn="l">
              <a:defRPr sz="1575" b="1">
                <a:solidFill>
                  <a:srgbClr val="102A43"/>
                </a:solidFill>
              </a:defRPr>
            </a:lvl6pPr>
            <a:lvl7pPr algn="l">
              <a:defRPr sz="1575" b="1">
                <a:solidFill>
                  <a:srgbClr val="102A43"/>
                </a:solidFill>
              </a:defRPr>
            </a:lvl7pPr>
            <a:lvl8pPr algn="l">
              <a:defRPr sz="1575" b="1">
                <a:solidFill>
                  <a:srgbClr val="102A43"/>
                </a:solidFill>
              </a:defRPr>
            </a:lvl8pPr>
            <a:lvl9pPr algn="l">
              <a:defRPr sz="1575" b="1">
                <a:solidFill>
                  <a:srgbClr val="102A43"/>
                </a:solidFill>
              </a:defRPr>
            </a:lvl9pPr>
          </a:lstStyle>
          <a:p xmlns:a="http://schemas.openxmlformats.org/drawingml/2006/main">
            <a:pPr algn="l">
              <a:defRPr sz="1575" b="1">
                <a:solidFill>
                  <a:srgbClr val="102A43"/>
                </a:solidFill>
              </a:defRPr>
            </a:pPr>
            <a:r>
              <a:rPr sz="1575" b="1">
                <a:solidFill>
                  <a:srgbClr val="102A43"/>
                </a:solidFill>
              </a:rPr>
              <a:t>Unsafe automation</a:t>
            </a:r>
          </a:p>
        </p:txBody>
      </p:sp>
      <p:sp>
        <p:nvSpPr>
          <p:cNvPr id="16" name="">
            <a:extLst xmlns:a="http://schemas.openxmlformats.org/drawingml/2006/main">
              <a:ext uri="{FF2B5EF4-FFF2-40B4-BE49-F238E27FC236}">
                <a16:creationId xmlns:a16="http://schemas.microsoft.com/office/drawing/2014/main" id="{F3997AD5-B815-40AB-B4C7-1B3C5A051F8D}"/>
              </a:ext>
            </a:extLst>
          </p:cNvPr>
          <p:cNvSpPr>
            <a:spLocks xmlns:a="http://schemas.openxmlformats.org/drawingml/2006/main" noGrp="1"/>
          </p:cNvSpPr>
          <p:nvPr/>
        </p:nvSpPr>
        <p:spPr>
          <a:xfrm xmlns:a="http://schemas.openxmlformats.org/drawingml/2006/main">
            <a:off x="8048625" y="2228850"/>
            <a:ext cx="3190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Goal: cause outage</a:t>
            </a:r>
          </a:p>
        </p:txBody>
      </p:sp>
      <p:sp>
        <p:nvSpPr>
          <p:cNvPr id="17" name="">
            <a:extLst xmlns:a="http://schemas.openxmlformats.org/drawingml/2006/main">
              <a:ext uri="{FF2B5EF4-FFF2-40B4-BE49-F238E27FC236}">
                <a16:creationId xmlns:a16="http://schemas.microsoft.com/office/drawing/2014/main" id="{FBCFD874-4469-434E-AAFD-DFD79C2BAD1D}"/>
              </a:ext>
            </a:extLst>
          </p:cNvPr>
          <p:cNvSpPr>
            <a:spLocks xmlns:a="http://schemas.openxmlformats.org/drawingml/2006/main" noGrp="1"/>
          </p:cNvSpPr>
          <p:nvPr/>
        </p:nvSpPr>
        <p:spPr>
          <a:xfrm xmlns:a="http://schemas.openxmlformats.org/drawingml/2006/main">
            <a:off x="8048625" y="2752725"/>
            <a:ext cx="3143250" cy="28575"/>
          </a:xfrm>
          <a:prstGeom xmlns:a="http://schemas.openxmlformats.org/drawingml/2006/main" prst="rect">
            <a:avLst/>
          </a:prstGeom>
          <a:solidFill xmlns:a="http://schemas.openxmlformats.org/drawingml/2006/main">
            <a:srgbClr val="2AA19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390481B-9080-4662-93AA-ECA2555C48AB}"/>
              </a:ext>
            </a:extLst>
          </p:cNvPr>
          <p:cNvSpPr>
            <a:spLocks xmlns:a="http://schemas.openxmlformats.org/drawingml/2006/main" noGrp="1"/>
          </p:cNvSpPr>
          <p:nvPr/>
        </p:nvSpPr>
        <p:spPr>
          <a:xfrm xmlns:a="http://schemas.openxmlformats.org/drawingml/2006/main">
            <a:off x="8048625" y="28765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200" b="1">
                <a:solidFill>
                  <a:srgbClr val="166B91"/>
                </a:solidFill>
              </a:defRPr>
            </a:defPPr>
            <a:lvl1pPr algn="l">
              <a:defRPr sz="1200" b="1">
                <a:solidFill>
                  <a:srgbClr val="166B91"/>
                </a:solidFill>
              </a:defRPr>
            </a:lvl1pPr>
            <a:lvl2pPr algn="l">
              <a:defRPr sz="1200" b="1">
                <a:solidFill>
                  <a:srgbClr val="166B91"/>
                </a:solidFill>
              </a:defRPr>
            </a:lvl2pPr>
            <a:lvl3pPr algn="l">
              <a:defRPr sz="1200" b="1">
                <a:solidFill>
                  <a:srgbClr val="166B91"/>
                </a:solidFill>
              </a:defRPr>
            </a:lvl3pPr>
            <a:lvl4pPr algn="l">
              <a:defRPr sz="1200" b="1">
                <a:solidFill>
                  <a:srgbClr val="166B91"/>
                </a:solidFill>
              </a:defRPr>
            </a:lvl4pPr>
            <a:lvl5pPr algn="l">
              <a:defRPr sz="1200" b="1">
                <a:solidFill>
                  <a:srgbClr val="166B91"/>
                </a:solidFill>
              </a:defRPr>
            </a:lvl5pPr>
            <a:lvl6pPr algn="l">
              <a:defRPr sz="1200" b="1">
                <a:solidFill>
                  <a:srgbClr val="166B91"/>
                </a:solidFill>
              </a:defRPr>
            </a:lvl6pPr>
            <a:lvl7pPr algn="l">
              <a:defRPr sz="1200" b="1">
                <a:solidFill>
                  <a:srgbClr val="166B91"/>
                </a:solidFill>
              </a:defRPr>
            </a:lvl7pPr>
            <a:lvl8pPr algn="l">
              <a:defRPr sz="1200" b="1">
                <a:solidFill>
                  <a:srgbClr val="166B91"/>
                </a:solidFill>
              </a:defRPr>
            </a:lvl8pPr>
            <a:lvl9pPr algn="l">
              <a:defRPr sz="1200" b="1">
                <a:solidFill>
                  <a:srgbClr val="166B91"/>
                </a:solidFill>
              </a:defRPr>
            </a:lvl9pPr>
          </a:lstStyle>
          <a:p xmlns:a="http://schemas.openxmlformats.org/drawingml/2006/main">
            <a:pPr algn="l">
              <a:defRPr sz="1200" b="1">
                <a:solidFill>
                  <a:srgbClr val="166B91"/>
                </a:solidFill>
              </a:defRPr>
            </a:pPr>
            <a:r>
              <a:rPr sz="1200" b="1">
                <a:solidFill>
                  <a:srgbClr val="166B91"/>
                </a:solidFill>
              </a:rPr>
              <a:t>ATLAS excessive agency</a:t>
            </a:r>
          </a:p>
        </p:txBody>
      </p:sp>
      <p:sp>
        <p:nvSpPr>
          <p:cNvPr id="19" name="">
            <a:extLst xmlns:a="http://schemas.openxmlformats.org/drawingml/2006/main">
              <a:ext uri="{FF2B5EF4-FFF2-40B4-BE49-F238E27FC236}">
                <a16:creationId xmlns:a16="http://schemas.microsoft.com/office/drawing/2014/main" id="{7988D7E8-322A-43DF-9552-E00FE26CD7EC}"/>
              </a:ext>
            </a:extLst>
          </p:cNvPr>
          <p:cNvSpPr>
            <a:spLocks xmlns:a="http://schemas.openxmlformats.org/drawingml/2006/main" noGrp="1"/>
          </p:cNvSpPr>
          <p:nvPr/>
        </p:nvSpPr>
        <p:spPr>
          <a:xfrm xmlns:a="http://schemas.openxmlformats.org/drawingml/2006/main">
            <a:off x="714375" y="3619500"/>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75" b="1">
                <a:solidFill>
                  <a:srgbClr val="102A43"/>
                </a:solidFill>
              </a:defRPr>
            </a:defPPr>
            <a:lvl1pPr algn="l">
              <a:defRPr sz="1575" b="1">
                <a:solidFill>
                  <a:srgbClr val="102A43"/>
                </a:solidFill>
              </a:defRPr>
            </a:lvl1pPr>
            <a:lvl2pPr algn="l">
              <a:defRPr sz="1575" b="1">
                <a:solidFill>
                  <a:srgbClr val="102A43"/>
                </a:solidFill>
              </a:defRPr>
            </a:lvl2pPr>
            <a:lvl3pPr algn="l">
              <a:defRPr sz="1575" b="1">
                <a:solidFill>
                  <a:srgbClr val="102A43"/>
                </a:solidFill>
              </a:defRPr>
            </a:lvl3pPr>
            <a:lvl4pPr algn="l">
              <a:defRPr sz="1575" b="1">
                <a:solidFill>
                  <a:srgbClr val="102A43"/>
                </a:solidFill>
              </a:defRPr>
            </a:lvl4pPr>
            <a:lvl5pPr algn="l">
              <a:defRPr sz="1575" b="1">
                <a:solidFill>
                  <a:srgbClr val="102A43"/>
                </a:solidFill>
              </a:defRPr>
            </a:lvl5pPr>
            <a:lvl6pPr algn="l">
              <a:defRPr sz="1575" b="1">
                <a:solidFill>
                  <a:srgbClr val="102A43"/>
                </a:solidFill>
              </a:defRPr>
            </a:lvl6pPr>
            <a:lvl7pPr algn="l">
              <a:defRPr sz="1575" b="1">
                <a:solidFill>
                  <a:srgbClr val="102A43"/>
                </a:solidFill>
              </a:defRPr>
            </a:lvl7pPr>
            <a:lvl8pPr algn="l">
              <a:defRPr sz="1575" b="1">
                <a:solidFill>
                  <a:srgbClr val="102A43"/>
                </a:solidFill>
              </a:defRPr>
            </a:lvl8pPr>
            <a:lvl9pPr algn="l">
              <a:defRPr sz="1575" b="1">
                <a:solidFill>
                  <a:srgbClr val="102A43"/>
                </a:solidFill>
              </a:defRPr>
            </a:lvl9pPr>
          </a:lstStyle>
          <a:p xmlns:a="http://schemas.openxmlformats.org/drawingml/2006/main">
            <a:pPr algn="l">
              <a:defRPr sz="1575" b="1">
                <a:solidFill>
                  <a:srgbClr val="102A43"/>
                </a:solidFill>
              </a:defRPr>
            </a:pPr>
            <a:r>
              <a:rPr sz="1575" b="1">
                <a:solidFill>
                  <a:srgbClr val="102A43"/>
                </a:solidFill>
              </a:rPr>
              <a:t>Poisoned history</a:t>
            </a:r>
          </a:p>
        </p:txBody>
      </p:sp>
      <p:sp>
        <p:nvSpPr>
          <p:cNvPr id="20" name="">
            <a:extLst xmlns:a="http://schemas.openxmlformats.org/drawingml/2006/main">
              <a:ext uri="{FF2B5EF4-FFF2-40B4-BE49-F238E27FC236}">
                <a16:creationId xmlns:a16="http://schemas.microsoft.com/office/drawing/2014/main" id="{ACC2204F-FA9D-43BF-8E98-CF032888286F}"/>
              </a:ext>
            </a:extLst>
          </p:cNvPr>
          <p:cNvSpPr>
            <a:spLocks xmlns:a="http://schemas.openxmlformats.org/drawingml/2006/main" noGrp="1"/>
          </p:cNvSpPr>
          <p:nvPr/>
        </p:nvSpPr>
        <p:spPr>
          <a:xfrm xmlns:a="http://schemas.openxmlformats.org/drawingml/2006/main">
            <a:off x="714375" y="4038600"/>
            <a:ext cx="3190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Goal: repeat bad fixes</a:t>
            </a:r>
          </a:p>
        </p:txBody>
      </p:sp>
      <p:sp>
        <p:nvSpPr>
          <p:cNvPr id="21" name="">
            <a:extLst xmlns:a="http://schemas.openxmlformats.org/drawingml/2006/main">
              <a:ext uri="{FF2B5EF4-FFF2-40B4-BE49-F238E27FC236}">
                <a16:creationId xmlns:a16="http://schemas.microsoft.com/office/drawing/2014/main" id="{E1C98CE8-0C9F-4F64-ABE2-AEA059B1A043}"/>
              </a:ext>
            </a:extLst>
          </p:cNvPr>
          <p:cNvSpPr>
            <a:spLocks xmlns:a="http://schemas.openxmlformats.org/drawingml/2006/main" noGrp="1"/>
          </p:cNvSpPr>
          <p:nvPr/>
        </p:nvSpPr>
        <p:spPr>
          <a:xfrm xmlns:a="http://schemas.openxmlformats.org/drawingml/2006/main">
            <a:off x="714375" y="4562475"/>
            <a:ext cx="3143250" cy="28575"/>
          </a:xfrm>
          <a:prstGeom xmlns:a="http://schemas.openxmlformats.org/drawingml/2006/main" prst="rect">
            <a:avLst/>
          </a:prstGeom>
          <a:solidFill xmlns:a="http://schemas.openxmlformats.org/drawingml/2006/main">
            <a:srgbClr val="2AA19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C6D90D5-1AD7-46CA-BF6F-C6B43BDB82C0}"/>
              </a:ext>
            </a:extLst>
          </p:cNvPr>
          <p:cNvSpPr>
            <a:spLocks xmlns:a="http://schemas.openxmlformats.org/drawingml/2006/main" noGrp="1"/>
          </p:cNvSpPr>
          <p:nvPr/>
        </p:nvSpPr>
        <p:spPr>
          <a:xfrm xmlns:a="http://schemas.openxmlformats.org/drawingml/2006/main">
            <a:off x="714375" y="46863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200" b="1">
                <a:solidFill>
                  <a:srgbClr val="166B91"/>
                </a:solidFill>
              </a:defRPr>
            </a:defPPr>
            <a:lvl1pPr algn="l">
              <a:defRPr sz="1200" b="1">
                <a:solidFill>
                  <a:srgbClr val="166B91"/>
                </a:solidFill>
              </a:defRPr>
            </a:lvl1pPr>
            <a:lvl2pPr algn="l">
              <a:defRPr sz="1200" b="1">
                <a:solidFill>
                  <a:srgbClr val="166B91"/>
                </a:solidFill>
              </a:defRPr>
            </a:lvl2pPr>
            <a:lvl3pPr algn="l">
              <a:defRPr sz="1200" b="1">
                <a:solidFill>
                  <a:srgbClr val="166B91"/>
                </a:solidFill>
              </a:defRPr>
            </a:lvl3pPr>
            <a:lvl4pPr algn="l">
              <a:defRPr sz="1200" b="1">
                <a:solidFill>
                  <a:srgbClr val="166B91"/>
                </a:solidFill>
              </a:defRPr>
            </a:lvl4pPr>
            <a:lvl5pPr algn="l">
              <a:defRPr sz="1200" b="1">
                <a:solidFill>
                  <a:srgbClr val="166B91"/>
                </a:solidFill>
              </a:defRPr>
            </a:lvl5pPr>
            <a:lvl6pPr algn="l">
              <a:defRPr sz="1200" b="1">
                <a:solidFill>
                  <a:srgbClr val="166B91"/>
                </a:solidFill>
              </a:defRPr>
            </a:lvl6pPr>
            <a:lvl7pPr algn="l">
              <a:defRPr sz="1200" b="1">
                <a:solidFill>
                  <a:srgbClr val="166B91"/>
                </a:solidFill>
              </a:defRPr>
            </a:lvl7pPr>
            <a:lvl8pPr algn="l">
              <a:defRPr sz="1200" b="1">
                <a:solidFill>
                  <a:srgbClr val="166B91"/>
                </a:solidFill>
              </a:defRPr>
            </a:lvl8pPr>
            <a:lvl9pPr algn="l">
              <a:defRPr sz="1200" b="1">
                <a:solidFill>
                  <a:srgbClr val="166B91"/>
                </a:solidFill>
              </a:defRPr>
            </a:lvl9pPr>
          </a:lstStyle>
          <a:p xmlns:a="http://schemas.openxmlformats.org/drawingml/2006/main">
            <a:pPr algn="l">
              <a:defRPr sz="1200" b="1">
                <a:solidFill>
                  <a:srgbClr val="166B91"/>
                </a:solidFill>
              </a:defRPr>
            </a:pPr>
            <a:r>
              <a:rPr sz="1200" b="1">
                <a:solidFill>
                  <a:srgbClr val="166B91"/>
                </a:solidFill>
              </a:rPr>
              <a:t>ATLAS AML.T0020</a:t>
            </a:r>
          </a:p>
        </p:txBody>
      </p:sp>
      <p:sp>
        <p:nvSpPr>
          <p:cNvPr id="23" name="">
            <a:extLst xmlns:a="http://schemas.openxmlformats.org/drawingml/2006/main">
              <a:ext uri="{FF2B5EF4-FFF2-40B4-BE49-F238E27FC236}">
                <a16:creationId xmlns:a16="http://schemas.microsoft.com/office/drawing/2014/main" id="{5C244E50-AA7E-46E1-ABEE-C4B6D1A10E3C}"/>
              </a:ext>
            </a:extLst>
          </p:cNvPr>
          <p:cNvSpPr>
            <a:spLocks xmlns:a="http://schemas.openxmlformats.org/drawingml/2006/main" noGrp="1"/>
          </p:cNvSpPr>
          <p:nvPr/>
        </p:nvSpPr>
        <p:spPr>
          <a:xfrm xmlns:a="http://schemas.openxmlformats.org/drawingml/2006/main">
            <a:off x="4381500" y="3619500"/>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75" b="1">
                <a:solidFill>
                  <a:srgbClr val="102A43"/>
                </a:solidFill>
              </a:defRPr>
            </a:defPPr>
            <a:lvl1pPr algn="l">
              <a:defRPr sz="1575" b="1">
                <a:solidFill>
                  <a:srgbClr val="102A43"/>
                </a:solidFill>
              </a:defRPr>
            </a:lvl1pPr>
            <a:lvl2pPr algn="l">
              <a:defRPr sz="1575" b="1">
                <a:solidFill>
                  <a:srgbClr val="102A43"/>
                </a:solidFill>
              </a:defRPr>
            </a:lvl2pPr>
            <a:lvl3pPr algn="l">
              <a:defRPr sz="1575" b="1">
                <a:solidFill>
                  <a:srgbClr val="102A43"/>
                </a:solidFill>
              </a:defRPr>
            </a:lvl3pPr>
            <a:lvl4pPr algn="l">
              <a:defRPr sz="1575" b="1">
                <a:solidFill>
                  <a:srgbClr val="102A43"/>
                </a:solidFill>
              </a:defRPr>
            </a:lvl4pPr>
            <a:lvl5pPr algn="l">
              <a:defRPr sz="1575" b="1">
                <a:solidFill>
                  <a:srgbClr val="102A43"/>
                </a:solidFill>
              </a:defRPr>
            </a:lvl5pPr>
            <a:lvl6pPr algn="l">
              <a:defRPr sz="1575" b="1">
                <a:solidFill>
                  <a:srgbClr val="102A43"/>
                </a:solidFill>
              </a:defRPr>
            </a:lvl6pPr>
            <a:lvl7pPr algn="l">
              <a:defRPr sz="1575" b="1">
                <a:solidFill>
                  <a:srgbClr val="102A43"/>
                </a:solidFill>
              </a:defRPr>
            </a:lvl7pPr>
            <a:lvl8pPr algn="l">
              <a:defRPr sz="1575" b="1">
                <a:solidFill>
                  <a:srgbClr val="102A43"/>
                </a:solidFill>
              </a:defRPr>
            </a:lvl8pPr>
            <a:lvl9pPr algn="l">
              <a:defRPr sz="1575" b="1">
                <a:solidFill>
                  <a:srgbClr val="102A43"/>
                </a:solidFill>
              </a:defRPr>
            </a:lvl9pPr>
          </a:lstStyle>
          <a:p xmlns:a="http://schemas.openxmlformats.org/drawingml/2006/main">
            <a:pPr algn="l">
              <a:defRPr sz="1575" b="1">
                <a:solidFill>
                  <a:srgbClr val="102A43"/>
                </a:solidFill>
              </a:defRPr>
            </a:pPr>
            <a:r>
              <a:rPr sz="1575" b="1">
                <a:solidFill>
                  <a:srgbClr val="102A43"/>
                </a:solidFill>
              </a:rPr>
              <a:t>Data extraction</a:t>
            </a:r>
          </a:p>
        </p:txBody>
      </p:sp>
      <p:sp>
        <p:nvSpPr>
          <p:cNvPr id="24" name="">
            <a:extLst xmlns:a="http://schemas.openxmlformats.org/drawingml/2006/main">
              <a:ext uri="{FF2B5EF4-FFF2-40B4-BE49-F238E27FC236}">
                <a16:creationId xmlns:a16="http://schemas.microsoft.com/office/drawing/2014/main" id="{70FDA56B-F37C-4114-AFD7-053FF8559CAD}"/>
              </a:ext>
            </a:extLst>
          </p:cNvPr>
          <p:cNvSpPr>
            <a:spLocks xmlns:a="http://schemas.openxmlformats.org/drawingml/2006/main" noGrp="1"/>
          </p:cNvSpPr>
          <p:nvPr/>
        </p:nvSpPr>
        <p:spPr>
          <a:xfrm xmlns:a="http://schemas.openxmlformats.org/drawingml/2006/main">
            <a:off x="4381500" y="4038600"/>
            <a:ext cx="3190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Goal: leak secrets</a:t>
            </a:r>
          </a:p>
        </p:txBody>
      </p:sp>
      <p:sp>
        <p:nvSpPr>
          <p:cNvPr id="25" name="">
            <a:extLst xmlns:a="http://schemas.openxmlformats.org/drawingml/2006/main">
              <a:ext uri="{FF2B5EF4-FFF2-40B4-BE49-F238E27FC236}">
                <a16:creationId xmlns:a16="http://schemas.microsoft.com/office/drawing/2014/main" id="{50B68FEA-6800-422E-AB48-95B36704BC6E}"/>
              </a:ext>
            </a:extLst>
          </p:cNvPr>
          <p:cNvSpPr>
            <a:spLocks xmlns:a="http://schemas.openxmlformats.org/drawingml/2006/main" noGrp="1"/>
          </p:cNvSpPr>
          <p:nvPr/>
        </p:nvSpPr>
        <p:spPr>
          <a:xfrm xmlns:a="http://schemas.openxmlformats.org/drawingml/2006/main">
            <a:off x="4381500" y="4562475"/>
            <a:ext cx="3143250" cy="28575"/>
          </a:xfrm>
          <a:prstGeom xmlns:a="http://schemas.openxmlformats.org/drawingml/2006/main" prst="rect">
            <a:avLst/>
          </a:prstGeom>
          <a:solidFill xmlns:a="http://schemas.openxmlformats.org/drawingml/2006/main">
            <a:srgbClr val="2AA19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CEC4D71-9BB1-4D5F-B004-9785C30DED91}"/>
              </a:ext>
            </a:extLst>
          </p:cNvPr>
          <p:cNvSpPr>
            <a:spLocks xmlns:a="http://schemas.openxmlformats.org/drawingml/2006/main" noGrp="1"/>
          </p:cNvSpPr>
          <p:nvPr/>
        </p:nvSpPr>
        <p:spPr>
          <a:xfrm xmlns:a="http://schemas.openxmlformats.org/drawingml/2006/main">
            <a:off x="4381500" y="46863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200" b="1">
                <a:solidFill>
                  <a:srgbClr val="166B91"/>
                </a:solidFill>
              </a:defRPr>
            </a:defPPr>
            <a:lvl1pPr algn="l">
              <a:defRPr sz="1200" b="1">
                <a:solidFill>
                  <a:srgbClr val="166B91"/>
                </a:solidFill>
              </a:defRPr>
            </a:lvl1pPr>
            <a:lvl2pPr algn="l">
              <a:defRPr sz="1200" b="1">
                <a:solidFill>
                  <a:srgbClr val="166B91"/>
                </a:solidFill>
              </a:defRPr>
            </a:lvl2pPr>
            <a:lvl3pPr algn="l">
              <a:defRPr sz="1200" b="1">
                <a:solidFill>
                  <a:srgbClr val="166B91"/>
                </a:solidFill>
              </a:defRPr>
            </a:lvl3pPr>
            <a:lvl4pPr algn="l">
              <a:defRPr sz="1200" b="1">
                <a:solidFill>
                  <a:srgbClr val="166B91"/>
                </a:solidFill>
              </a:defRPr>
            </a:lvl4pPr>
            <a:lvl5pPr algn="l">
              <a:defRPr sz="1200" b="1">
                <a:solidFill>
                  <a:srgbClr val="166B91"/>
                </a:solidFill>
              </a:defRPr>
            </a:lvl5pPr>
            <a:lvl6pPr algn="l">
              <a:defRPr sz="1200" b="1">
                <a:solidFill>
                  <a:srgbClr val="166B91"/>
                </a:solidFill>
              </a:defRPr>
            </a:lvl6pPr>
            <a:lvl7pPr algn="l">
              <a:defRPr sz="1200" b="1">
                <a:solidFill>
                  <a:srgbClr val="166B91"/>
                </a:solidFill>
              </a:defRPr>
            </a:lvl7pPr>
            <a:lvl8pPr algn="l">
              <a:defRPr sz="1200" b="1">
                <a:solidFill>
                  <a:srgbClr val="166B91"/>
                </a:solidFill>
              </a:defRPr>
            </a:lvl8pPr>
            <a:lvl9pPr algn="l">
              <a:defRPr sz="1200" b="1">
                <a:solidFill>
                  <a:srgbClr val="166B91"/>
                </a:solidFill>
              </a:defRPr>
            </a:lvl9pPr>
          </a:lstStyle>
          <a:p xmlns:a="http://schemas.openxmlformats.org/drawingml/2006/main">
            <a:pPr algn="l">
              <a:defRPr sz="1200" b="1">
                <a:solidFill>
                  <a:srgbClr val="166B91"/>
                </a:solidFill>
              </a:defRPr>
            </a:pPr>
            <a:r>
              <a:rPr sz="1200" b="1">
                <a:solidFill>
                  <a:srgbClr val="166B91"/>
                </a:solidFill>
              </a:rPr>
              <a:t>ATLAS AML.T0057</a:t>
            </a:r>
          </a:p>
        </p:txBody>
      </p:sp>
      <p:sp>
        <p:nvSpPr>
          <p:cNvPr id="27" name="">
            <a:extLst xmlns:a="http://schemas.openxmlformats.org/drawingml/2006/main">
              <a:ext uri="{FF2B5EF4-FFF2-40B4-BE49-F238E27FC236}">
                <a16:creationId xmlns:a16="http://schemas.microsoft.com/office/drawing/2014/main" id="{E65B324A-A4BB-40BA-AA06-FAD2DB9DA7F9}"/>
              </a:ext>
            </a:extLst>
          </p:cNvPr>
          <p:cNvSpPr>
            <a:spLocks xmlns:a="http://schemas.openxmlformats.org/drawingml/2006/main" noGrp="1"/>
          </p:cNvSpPr>
          <p:nvPr/>
        </p:nvSpPr>
        <p:spPr>
          <a:xfrm xmlns:a="http://schemas.openxmlformats.org/drawingml/2006/main">
            <a:off x="8048625" y="3619500"/>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75" b="1">
                <a:solidFill>
                  <a:srgbClr val="102A43"/>
                </a:solidFill>
              </a:defRPr>
            </a:defPPr>
            <a:lvl1pPr algn="l">
              <a:defRPr sz="1575" b="1">
                <a:solidFill>
                  <a:srgbClr val="102A43"/>
                </a:solidFill>
              </a:defRPr>
            </a:lvl1pPr>
            <a:lvl2pPr algn="l">
              <a:defRPr sz="1575" b="1">
                <a:solidFill>
                  <a:srgbClr val="102A43"/>
                </a:solidFill>
              </a:defRPr>
            </a:lvl2pPr>
            <a:lvl3pPr algn="l">
              <a:defRPr sz="1575" b="1">
                <a:solidFill>
                  <a:srgbClr val="102A43"/>
                </a:solidFill>
              </a:defRPr>
            </a:lvl3pPr>
            <a:lvl4pPr algn="l">
              <a:defRPr sz="1575" b="1">
                <a:solidFill>
                  <a:srgbClr val="102A43"/>
                </a:solidFill>
              </a:defRPr>
            </a:lvl4pPr>
            <a:lvl5pPr algn="l">
              <a:defRPr sz="1575" b="1">
                <a:solidFill>
                  <a:srgbClr val="102A43"/>
                </a:solidFill>
              </a:defRPr>
            </a:lvl5pPr>
            <a:lvl6pPr algn="l">
              <a:defRPr sz="1575" b="1">
                <a:solidFill>
                  <a:srgbClr val="102A43"/>
                </a:solidFill>
              </a:defRPr>
            </a:lvl6pPr>
            <a:lvl7pPr algn="l">
              <a:defRPr sz="1575" b="1">
                <a:solidFill>
                  <a:srgbClr val="102A43"/>
                </a:solidFill>
              </a:defRPr>
            </a:lvl7pPr>
            <a:lvl8pPr algn="l">
              <a:defRPr sz="1575" b="1">
                <a:solidFill>
                  <a:srgbClr val="102A43"/>
                </a:solidFill>
              </a:defRPr>
            </a:lvl8pPr>
            <a:lvl9pPr algn="l">
              <a:defRPr sz="1575" b="1">
                <a:solidFill>
                  <a:srgbClr val="102A43"/>
                </a:solidFill>
              </a:defRPr>
            </a:lvl9pPr>
          </a:lstStyle>
          <a:p xmlns:a="http://schemas.openxmlformats.org/drawingml/2006/main">
            <a:pPr algn="l">
              <a:defRPr sz="1575" b="1">
                <a:solidFill>
                  <a:srgbClr val="102A43"/>
                </a:solidFill>
              </a:defRPr>
            </a:pPr>
            <a:r>
              <a:rPr sz="1575" b="1">
                <a:solidFill>
                  <a:srgbClr val="102A43"/>
                </a:solidFill>
              </a:rPr>
              <a:t>Weak integration</a:t>
            </a:r>
          </a:p>
        </p:txBody>
      </p:sp>
      <p:sp>
        <p:nvSpPr>
          <p:cNvPr id="28" name="">
            <a:extLst xmlns:a="http://schemas.openxmlformats.org/drawingml/2006/main">
              <a:ext uri="{FF2B5EF4-FFF2-40B4-BE49-F238E27FC236}">
                <a16:creationId xmlns:a16="http://schemas.microsoft.com/office/drawing/2014/main" id="{59426EE9-51BB-4168-90E8-245BBDF7D91B}"/>
              </a:ext>
            </a:extLst>
          </p:cNvPr>
          <p:cNvSpPr>
            <a:spLocks xmlns:a="http://schemas.openxmlformats.org/drawingml/2006/main" noGrp="1"/>
          </p:cNvSpPr>
          <p:nvPr/>
        </p:nvSpPr>
        <p:spPr>
          <a:xfrm xmlns:a="http://schemas.openxmlformats.org/drawingml/2006/main">
            <a:off x="8048625" y="4038600"/>
            <a:ext cx="31908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17324D"/>
                </a:solidFill>
              </a:defRPr>
            </a:defPPr>
            <a:lvl1pPr algn="l">
              <a:defRPr sz="1350" b="0">
                <a:solidFill>
                  <a:srgbClr val="17324D"/>
                </a:solidFill>
              </a:defRPr>
            </a:lvl1pPr>
            <a:lvl2pPr algn="l">
              <a:defRPr sz="1350" b="0">
                <a:solidFill>
                  <a:srgbClr val="17324D"/>
                </a:solidFill>
              </a:defRPr>
            </a:lvl2pPr>
            <a:lvl3pPr algn="l">
              <a:defRPr sz="1350" b="0">
                <a:solidFill>
                  <a:srgbClr val="17324D"/>
                </a:solidFill>
              </a:defRPr>
            </a:lvl3pPr>
            <a:lvl4pPr algn="l">
              <a:defRPr sz="1350" b="0">
                <a:solidFill>
                  <a:srgbClr val="17324D"/>
                </a:solidFill>
              </a:defRPr>
            </a:lvl4pPr>
            <a:lvl5pPr algn="l">
              <a:defRPr sz="1350" b="0">
                <a:solidFill>
                  <a:srgbClr val="17324D"/>
                </a:solidFill>
              </a:defRPr>
            </a:lvl5pPr>
            <a:lvl6pPr algn="l">
              <a:defRPr sz="1350" b="0">
                <a:solidFill>
                  <a:srgbClr val="17324D"/>
                </a:solidFill>
              </a:defRPr>
            </a:lvl6pPr>
            <a:lvl7pPr algn="l">
              <a:defRPr sz="1350" b="0">
                <a:solidFill>
                  <a:srgbClr val="17324D"/>
                </a:solidFill>
              </a:defRPr>
            </a:lvl7pPr>
            <a:lvl8pPr algn="l">
              <a:defRPr sz="1350" b="0">
                <a:solidFill>
                  <a:srgbClr val="17324D"/>
                </a:solidFill>
              </a:defRPr>
            </a:lvl8pPr>
            <a:lvl9pPr algn="l">
              <a:defRPr sz="1350" b="0">
                <a:solidFill>
                  <a:srgbClr val="17324D"/>
                </a:solidFill>
              </a:defRPr>
            </a:lvl9pPr>
          </a:lstStyle>
          <a:p xmlns:a="http://schemas.openxmlformats.org/drawingml/2006/main">
            <a:pPr algn="l">
              <a:defRPr sz="1350" b="0">
                <a:solidFill>
                  <a:srgbClr val="17324D"/>
                </a:solidFill>
              </a:defRPr>
            </a:pPr>
            <a:r>
              <a:rPr sz="1350" b="0">
                <a:solidFill>
                  <a:srgbClr val="17324D"/>
                </a:solidFill>
              </a:rPr>
              <a:t>Goal: forge approval</a:t>
            </a:r>
          </a:p>
        </p:txBody>
      </p:sp>
      <p:sp>
        <p:nvSpPr>
          <p:cNvPr id="29" name="">
            <a:extLst xmlns:a="http://schemas.openxmlformats.org/drawingml/2006/main">
              <a:ext uri="{FF2B5EF4-FFF2-40B4-BE49-F238E27FC236}">
                <a16:creationId xmlns:a16="http://schemas.microsoft.com/office/drawing/2014/main" id="{C48B44FC-5813-49F8-B84D-F7E51B12BAC4}"/>
              </a:ext>
            </a:extLst>
          </p:cNvPr>
          <p:cNvSpPr>
            <a:spLocks xmlns:a="http://schemas.openxmlformats.org/drawingml/2006/main" noGrp="1"/>
          </p:cNvSpPr>
          <p:nvPr/>
        </p:nvSpPr>
        <p:spPr>
          <a:xfrm xmlns:a="http://schemas.openxmlformats.org/drawingml/2006/main">
            <a:off x="8048625" y="4562475"/>
            <a:ext cx="3143250" cy="28575"/>
          </a:xfrm>
          <a:prstGeom xmlns:a="http://schemas.openxmlformats.org/drawingml/2006/main" prst="rect">
            <a:avLst/>
          </a:prstGeom>
          <a:solidFill xmlns:a="http://schemas.openxmlformats.org/drawingml/2006/main">
            <a:srgbClr val="2AA19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64E46E5-2D5A-4080-B530-928B3762FE82}"/>
              </a:ext>
            </a:extLst>
          </p:cNvPr>
          <p:cNvSpPr>
            <a:spLocks xmlns:a="http://schemas.openxmlformats.org/drawingml/2006/main" noGrp="1"/>
          </p:cNvSpPr>
          <p:nvPr/>
        </p:nvSpPr>
        <p:spPr>
          <a:xfrm xmlns:a="http://schemas.openxmlformats.org/drawingml/2006/main">
            <a:off x="8048625" y="46863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200" b="1">
                <a:solidFill>
                  <a:srgbClr val="166B91"/>
                </a:solidFill>
              </a:defRPr>
            </a:defPPr>
            <a:lvl1pPr algn="l">
              <a:defRPr sz="1200" b="1">
                <a:solidFill>
                  <a:srgbClr val="166B91"/>
                </a:solidFill>
              </a:defRPr>
            </a:lvl1pPr>
            <a:lvl2pPr algn="l">
              <a:defRPr sz="1200" b="1">
                <a:solidFill>
                  <a:srgbClr val="166B91"/>
                </a:solidFill>
              </a:defRPr>
            </a:lvl2pPr>
            <a:lvl3pPr algn="l">
              <a:defRPr sz="1200" b="1">
                <a:solidFill>
                  <a:srgbClr val="166B91"/>
                </a:solidFill>
              </a:defRPr>
            </a:lvl3pPr>
            <a:lvl4pPr algn="l">
              <a:defRPr sz="1200" b="1">
                <a:solidFill>
                  <a:srgbClr val="166B91"/>
                </a:solidFill>
              </a:defRPr>
            </a:lvl4pPr>
            <a:lvl5pPr algn="l">
              <a:defRPr sz="1200" b="1">
                <a:solidFill>
                  <a:srgbClr val="166B91"/>
                </a:solidFill>
              </a:defRPr>
            </a:lvl5pPr>
            <a:lvl6pPr algn="l">
              <a:defRPr sz="1200" b="1">
                <a:solidFill>
                  <a:srgbClr val="166B91"/>
                </a:solidFill>
              </a:defRPr>
            </a:lvl6pPr>
            <a:lvl7pPr algn="l">
              <a:defRPr sz="1200" b="1">
                <a:solidFill>
                  <a:srgbClr val="166B91"/>
                </a:solidFill>
              </a:defRPr>
            </a:lvl7pPr>
            <a:lvl8pPr algn="l">
              <a:defRPr sz="1200" b="1">
                <a:solidFill>
                  <a:srgbClr val="166B91"/>
                </a:solidFill>
              </a:defRPr>
            </a:lvl8pPr>
            <a:lvl9pPr algn="l">
              <a:defRPr sz="1200" b="1">
                <a:solidFill>
                  <a:srgbClr val="166B91"/>
                </a:solidFill>
              </a:defRPr>
            </a:lvl9pPr>
          </a:lstStyle>
          <a:p xmlns:a="http://schemas.openxmlformats.org/drawingml/2006/main">
            <a:pPr algn="l">
              <a:defRPr sz="1200" b="1">
                <a:solidFill>
                  <a:srgbClr val="166B91"/>
                </a:solidFill>
              </a:defRPr>
            </a:pPr>
            <a:r>
              <a:rPr sz="1200" b="1">
                <a:solidFill>
                  <a:srgbClr val="166B91"/>
                </a:solidFill>
              </a:rPr>
              <a:t>ATLAS AML.T0053</a:t>
            </a:r>
          </a:p>
        </p:txBody>
      </p:sp>
      <p:sp>
        <p:nvSpPr>
          <p:cNvPr id="31" name="">
            <a:extLst xmlns:a="http://schemas.openxmlformats.org/drawingml/2006/main">
              <a:ext uri="{FF2B5EF4-FFF2-40B4-BE49-F238E27FC236}">
                <a16:creationId xmlns:a16="http://schemas.microsoft.com/office/drawing/2014/main" id="{CF9EF34E-4785-4E4D-B52B-416634C9C91A}"/>
              </a:ext>
            </a:extLst>
          </p:cNvPr>
          <p:cNvSpPr>
            <a:spLocks xmlns:a="http://schemas.openxmlformats.org/drawingml/2006/main" noGrp="1"/>
          </p:cNvSpPr>
          <p:nvPr/>
        </p:nvSpPr>
        <p:spPr>
          <a:xfrm xmlns:a="http://schemas.openxmlformats.org/drawingml/2006/main">
            <a:off x="733425" y="5743575"/>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ctr">
              <a:defRPr sz="1425" b="1">
                <a:solidFill>
                  <a:srgbClr val="B54745"/>
                </a:solidFill>
              </a:defRPr>
            </a:defPPr>
            <a:lvl1pPr algn="ctr">
              <a:defRPr sz="1425" b="1">
                <a:solidFill>
                  <a:srgbClr val="B54745"/>
                </a:solidFill>
              </a:defRPr>
            </a:lvl1pPr>
            <a:lvl2pPr algn="ctr">
              <a:defRPr sz="1425" b="1">
                <a:solidFill>
                  <a:srgbClr val="B54745"/>
                </a:solidFill>
              </a:defRPr>
            </a:lvl2pPr>
            <a:lvl3pPr algn="ctr">
              <a:defRPr sz="1425" b="1">
                <a:solidFill>
                  <a:srgbClr val="B54745"/>
                </a:solidFill>
              </a:defRPr>
            </a:lvl3pPr>
            <a:lvl4pPr algn="ctr">
              <a:defRPr sz="1425" b="1">
                <a:solidFill>
                  <a:srgbClr val="B54745"/>
                </a:solidFill>
              </a:defRPr>
            </a:lvl4pPr>
            <a:lvl5pPr algn="ctr">
              <a:defRPr sz="1425" b="1">
                <a:solidFill>
                  <a:srgbClr val="B54745"/>
                </a:solidFill>
              </a:defRPr>
            </a:lvl5pPr>
            <a:lvl6pPr algn="ctr">
              <a:defRPr sz="1425" b="1">
                <a:solidFill>
                  <a:srgbClr val="B54745"/>
                </a:solidFill>
              </a:defRPr>
            </a:lvl6pPr>
            <a:lvl7pPr algn="ctr">
              <a:defRPr sz="1425" b="1">
                <a:solidFill>
                  <a:srgbClr val="B54745"/>
                </a:solidFill>
              </a:defRPr>
            </a:lvl7pPr>
            <a:lvl8pPr algn="ctr">
              <a:defRPr sz="1425" b="1">
                <a:solidFill>
                  <a:srgbClr val="B54745"/>
                </a:solidFill>
              </a:defRPr>
            </a:lvl8pPr>
            <a:lvl9pPr algn="ctr">
              <a:defRPr sz="1425" b="1">
                <a:solidFill>
                  <a:srgbClr val="B54745"/>
                </a:solidFill>
              </a:defRPr>
            </a:lvl9pPr>
          </a:lstStyle>
          <a:p xmlns:a="http://schemas.openxmlformats.org/drawingml/2006/main">
            <a:pPr algn="ctr">
              <a:defRPr sz="1425" b="1">
                <a:solidFill>
                  <a:srgbClr val="B54745"/>
                </a:solidFill>
              </a:defRPr>
            </a:pPr>
            <a:r>
              <a:rPr sz="1425" b="1">
                <a:solidFill>
                  <a:srgbClr val="B54745"/>
                </a:solidFill>
              </a:rPr>
              <a:t>Non-production tenant • synthetic data • stubbed actions • written authorization</a:t>
            </a:r>
          </a:p>
        </p:txBody>
      </p:sp>
    </p:spTree>
    <p:extLst>
      <p:ext uri="{BB962C8B-B14F-4D97-AF65-F5344CB8AC3E}">
        <p14:creationId xmlns:p14="http://schemas.microsoft.com/office/powerpoint/2010/main" val="16647865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359AE26-8AE0-43A6-BDF4-B7099720C96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2AA19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DDC9B6-6ECE-4368-8E99-D1845B8B140A}"/>
              </a:ext>
            </a:extLst>
          </p:cNvPr>
          <p:cNvSpPr>
            <a:spLocks xmlns:a="http://schemas.openxmlformats.org/drawingml/2006/main" noGrp="1"/>
          </p:cNvSpPr>
          <p:nvPr/>
        </p:nvSpPr>
        <p:spPr>
          <a:xfrm xmlns:a="http://schemas.openxmlformats.org/drawingml/2006/main">
            <a:off x="628650" y="3048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050" b="1">
                <a:solidFill>
                  <a:srgbClr val="166B91"/>
                </a:solidFill>
              </a:defRPr>
            </a:defPPr>
            <a:lvl1pPr algn="l">
              <a:defRPr sz="1050" b="1">
                <a:solidFill>
                  <a:srgbClr val="166B91"/>
                </a:solidFill>
              </a:defRPr>
            </a:lvl1pPr>
            <a:lvl2pPr algn="l">
              <a:defRPr sz="1050" b="1">
                <a:solidFill>
                  <a:srgbClr val="166B91"/>
                </a:solidFill>
              </a:defRPr>
            </a:lvl2pPr>
            <a:lvl3pPr algn="l">
              <a:defRPr sz="1050" b="1">
                <a:solidFill>
                  <a:srgbClr val="166B91"/>
                </a:solidFill>
              </a:defRPr>
            </a:lvl3pPr>
            <a:lvl4pPr algn="l">
              <a:defRPr sz="1050" b="1">
                <a:solidFill>
                  <a:srgbClr val="166B91"/>
                </a:solidFill>
              </a:defRPr>
            </a:lvl4pPr>
            <a:lvl5pPr algn="l">
              <a:defRPr sz="1050" b="1">
                <a:solidFill>
                  <a:srgbClr val="166B91"/>
                </a:solidFill>
              </a:defRPr>
            </a:lvl5pPr>
            <a:lvl6pPr algn="l">
              <a:defRPr sz="1050" b="1">
                <a:solidFill>
                  <a:srgbClr val="166B91"/>
                </a:solidFill>
              </a:defRPr>
            </a:lvl6pPr>
            <a:lvl7pPr algn="l">
              <a:defRPr sz="1050" b="1">
                <a:solidFill>
                  <a:srgbClr val="166B91"/>
                </a:solidFill>
              </a:defRPr>
            </a:lvl7pPr>
            <a:lvl8pPr algn="l">
              <a:defRPr sz="1050" b="1">
                <a:solidFill>
                  <a:srgbClr val="166B91"/>
                </a:solidFill>
              </a:defRPr>
            </a:lvl8pPr>
            <a:lvl9pPr algn="l">
              <a:defRPr sz="1050" b="1">
                <a:solidFill>
                  <a:srgbClr val="166B91"/>
                </a:solidFill>
              </a:defRPr>
            </a:lvl9pPr>
          </a:lstStyle>
          <a:p xmlns:a="http://schemas.openxmlformats.org/drawingml/2006/main">
            <a:pPr algn="l">
              <a:defRPr sz="1050" b="1">
                <a:solidFill>
                  <a:srgbClr val="166B91"/>
                </a:solidFill>
              </a:defRPr>
            </a:pPr>
            <a:r>
              <a:rPr sz="1050" b="1">
                <a:solidFill>
                  <a:srgbClr val="166B91"/>
                </a:solidFill>
              </a:rPr>
              <a:t>CYBERSECURITY ASSIGNMENT</a:t>
            </a:r>
          </a:p>
        </p:txBody>
      </p:sp>
      <p:sp>
        <p:nvSpPr>
          <p:cNvPr id="3" name="">
            <a:extLst xmlns:a="http://schemas.openxmlformats.org/drawingml/2006/main">
              <a:ext uri="{FF2B5EF4-FFF2-40B4-BE49-F238E27FC236}">
                <a16:creationId xmlns:a16="http://schemas.microsoft.com/office/drawing/2014/main" id="{584EE99D-AD2F-41C2-8B1B-CC1F9BEC57E1}"/>
              </a:ext>
            </a:extLst>
          </p:cNvPr>
          <p:cNvSpPr>
            <a:spLocks xmlns:a="http://schemas.openxmlformats.org/drawingml/2006/main" noGrp="1"/>
          </p:cNvSpPr>
          <p:nvPr/>
        </p:nvSpPr>
        <p:spPr>
          <a:xfrm xmlns:a="http://schemas.openxmlformats.org/drawingml/2006/main">
            <a:off x="628650" y="609600"/>
            <a:ext cx="1095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3000" b="1">
                <a:solidFill>
                  <a:srgbClr val="102A43"/>
                </a:solidFill>
              </a:defRPr>
            </a:defPPr>
            <a:lvl1pPr algn="l">
              <a:defRPr sz="3000" b="1">
                <a:solidFill>
                  <a:srgbClr val="102A43"/>
                </a:solidFill>
              </a:defRPr>
            </a:lvl1pPr>
            <a:lvl2pPr algn="l">
              <a:defRPr sz="3000" b="1">
                <a:solidFill>
                  <a:srgbClr val="102A43"/>
                </a:solidFill>
              </a:defRPr>
            </a:lvl2pPr>
            <a:lvl3pPr algn="l">
              <a:defRPr sz="3000" b="1">
                <a:solidFill>
                  <a:srgbClr val="102A43"/>
                </a:solidFill>
              </a:defRPr>
            </a:lvl3pPr>
            <a:lvl4pPr algn="l">
              <a:defRPr sz="3000" b="1">
                <a:solidFill>
                  <a:srgbClr val="102A43"/>
                </a:solidFill>
              </a:defRPr>
            </a:lvl4pPr>
            <a:lvl5pPr algn="l">
              <a:defRPr sz="3000" b="1">
                <a:solidFill>
                  <a:srgbClr val="102A43"/>
                </a:solidFill>
              </a:defRPr>
            </a:lvl5pPr>
            <a:lvl6pPr algn="l">
              <a:defRPr sz="3000" b="1">
                <a:solidFill>
                  <a:srgbClr val="102A43"/>
                </a:solidFill>
              </a:defRPr>
            </a:lvl6pPr>
            <a:lvl7pPr algn="l">
              <a:defRPr sz="3000" b="1">
                <a:solidFill>
                  <a:srgbClr val="102A43"/>
                </a:solidFill>
              </a:defRPr>
            </a:lvl7pPr>
            <a:lvl8pPr algn="l">
              <a:defRPr sz="3000" b="1">
                <a:solidFill>
                  <a:srgbClr val="102A43"/>
                </a:solidFill>
              </a:defRPr>
            </a:lvl8pPr>
            <a:lvl9pPr algn="l">
              <a:defRPr sz="3000" b="1">
                <a:solidFill>
                  <a:srgbClr val="102A43"/>
                </a:solidFill>
              </a:defRPr>
            </a:lvl9pPr>
          </a:lstStyle>
          <a:p xmlns:a="http://schemas.openxmlformats.org/drawingml/2006/main">
            <a:pPr algn="l">
              <a:defRPr sz="3000" b="1">
                <a:solidFill>
                  <a:srgbClr val="102A43"/>
                </a:solidFill>
              </a:defRPr>
            </a:pPr>
            <a:r>
              <a:rPr sz="3000" b="1">
                <a:solidFill>
                  <a:srgbClr val="102A43"/>
                </a:solidFill>
              </a:rPr>
              <a:t>Safe autonomy is a policy decision</a:t>
            </a:r>
          </a:p>
        </p:txBody>
      </p:sp>
      <p:sp>
        <p:nvSpPr>
          <p:cNvPr id="4" name="">
            <a:extLst xmlns:a="http://schemas.openxmlformats.org/drawingml/2006/main">
              <a:ext uri="{FF2B5EF4-FFF2-40B4-BE49-F238E27FC236}">
                <a16:creationId xmlns:a16="http://schemas.microsoft.com/office/drawing/2014/main" id="{8C6E6327-4DF1-4DE6-9876-0E853F35E4E2}"/>
              </a:ext>
            </a:extLst>
          </p:cNvPr>
          <p:cNvSpPr>
            <a:spLocks xmlns:a="http://schemas.openxmlformats.org/drawingml/2006/main" noGrp="1"/>
          </p:cNvSpPr>
          <p:nvPr/>
        </p:nvSpPr>
        <p:spPr>
          <a:xfrm xmlns:a="http://schemas.openxmlformats.org/drawingml/2006/main">
            <a:off x="628650" y="1257300"/>
            <a:ext cx="10934700" cy="19050"/>
          </a:xfrm>
          <a:prstGeom xmlns:a="http://schemas.openxmlformats.org/drawingml/2006/main" prst="rect">
            <a:avLst/>
          </a:prstGeom>
          <a:solidFill xmlns:a="http://schemas.openxmlformats.org/drawingml/2006/main">
            <a:srgbClr val="B9C9D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D3D284C-B712-4409-AF79-8214091B65CE}"/>
              </a:ext>
            </a:extLst>
          </p:cNvPr>
          <p:cNvSpPr>
            <a:spLocks xmlns:a="http://schemas.openxmlformats.org/drawingml/2006/main" noGrp="1"/>
          </p:cNvSpPr>
          <p:nvPr/>
        </p:nvSpPr>
        <p:spPr>
          <a:xfrm xmlns:a="http://schemas.openxmlformats.org/drawingml/2006/main">
            <a:off x="628650" y="6477000"/>
            <a:ext cx="857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050" b="0">
                <a:solidFill>
                  <a:srgbClr val="516579"/>
                </a:solidFill>
              </a:defRPr>
            </a:defPPr>
            <a:lvl1pPr algn="l">
              <a:defRPr sz="1050" b="0">
                <a:solidFill>
                  <a:srgbClr val="516579"/>
                </a:solidFill>
              </a:defRPr>
            </a:lvl1pPr>
            <a:lvl2pPr algn="l">
              <a:defRPr sz="1050" b="0">
                <a:solidFill>
                  <a:srgbClr val="516579"/>
                </a:solidFill>
              </a:defRPr>
            </a:lvl2pPr>
            <a:lvl3pPr algn="l">
              <a:defRPr sz="1050" b="0">
                <a:solidFill>
                  <a:srgbClr val="516579"/>
                </a:solidFill>
              </a:defRPr>
            </a:lvl3pPr>
            <a:lvl4pPr algn="l">
              <a:defRPr sz="1050" b="0">
                <a:solidFill>
                  <a:srgbClr val="516579"/>
                </a:solidFill>
              </a:defRPr>
            </a:lvl4pPr>
            <a:lvl5pPr algn="l">
              <a:defRPr sz="1050" b="0">
                <a:solidFill>
                  <a:srgbClr val="516579"/>
                </a:solidFill>
              </a:defRPr>
            </a:lvl5pPr>
            <a:lvl6pPr algn="l">
              <a:defRPr sz="1050" b="0">
                <a:solidFill>
                  <a:srgbClr val="516579"/>
                </a:solidFill>
              </a:defRPr>
            </a:lvl6pPr>
            <a:lvl7pPr algn="l">
              <a:defRPr sz="1050" b="0">
                <a:solidFill>
                  <a:srgbClr val="516579"/>
                </a:solidFill>
              </a:defRPr>
            </a:lvl7pPr>
            <a:lvl8pPr algn="l">
              <a:defRPr sz="1050" b="0">
                <a:solidFill>
                  <a:srgbClr val="516579"/>
                </a:solidFill>
              </a:defRPr>
            </a:lvl8pPr>
            <a:lvl9pPr algn="l">
              <a:defRPr sz="1050" b="0">
                <a:solidFill>
                  <a:srgbClr val="516579"/>
                </a:solidFill>
              </a:defRPr>
            </a:lvl9pPr>
          </a:lstStyle>
          <a:p xmlns:a="http://schemas.openxmlformats.org/drawingml/2006/main">
            <a:pPr algn="l">
              <a:defRPr sz="1050" b="0">
                <a:solidFill>
                  <a:srgbClr val="516579"/>
                </a:solidFill>
              </a:defRPr>
            </a:pPr>
            <a:r>
              <a:rPr sz="1050" b="0">
                <a:solidFill>
                  <a:srgbClr val="516579"/>
                </a:solidFill>
              </a:rPr>
              <a:t>AI root cause and ticket resolution copilot</a:t>
            </a:r>
          </a:p>
        </p:txBody>
      </p:sp>
      <p:sp>
        <p:nvSpPr>
          <p:cNvPr id="6" name="">
            <a:extLst xmlns:a="http://schemas.openxmlformats.org/drawingml/2006/main">
              <a:ext uri="{FF2B5EF4-FFF2-40B4-BE49-F238E27FC236}">
                <a16:creationId xmlns:a16="http://schemas.microsoft.com/office/drawing/2014/main" id="{079F83E4-40ED-44C2-BF72-6CA09A4E64D1}"/>
              </a:ext>
            </a:extLst>
          </p:cNvPr>
          <p:cNvSpPr>
            <a:spLocks xmlns:a="http://schemas.openxmlformats.org/drawingml/2006/main" noGrp="1"/>
          </p:cNvSpPr>
          <p:nvPr/>
        </p:nvSpPr>
        <p:spPr>
          <a:xfrm xmlns:a="http://schemas.openxmlformats.org/drawingml/2006/main">
            <a:off x="11144250" y="647700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r">
              <a:defRPr sz="1050" b="0">
                <a:solidFill>
                  <a:srgbClr val="516579"/>
                </a:solidFill>
              </a:defRPr>
            </a:defPPr>
            <a:lvl1pPr algn="r">
              <a:defRPr sz="1050" b="0">
                <a:solidFill>
                  <a:srgbClr val="516579"/>
                </a:solidFill>
              </a:defRPr>
            </a:lvl1pPr>
            <a:lvl2pPr algn="r">
              <a:defRPr sz="1050" b="0">
                <a:solidFill>
                  <a:srgbClr val="516579"/>
                </a:solidFill>
              </a:defRPr>
            </a:lvl2pPr>
            <a:lvl3pPr algn="r">
              <a:defRPr sz="1050" b="0">
                <a:solidFill>
                  <a:srgbClr val="516579"/>
                </a:solidFill>
              </a:defRPr>
            </a:lvl3pPr>
            <a:lvl4pPr algn="r">
              <a:defRPr sz="1050" b="0">
                <a:solidFill>
                  <a:srgbClr val="516579"/>
                </a:solidFill>
              </a:defRPr>
            </a:lvl4pPr>
            <a:lvl5pPr algn="r">
              <a:defRPr sz="1050" b="0">
                <a:solidFill>
                  <a:srgbClr val="516579"/>
                </a:solidFill>
              </a:defRPr>
            </a:lvl5pPr>
            <a:lvl6pPr algn="r">
              <a:defRPr sz="1050" b="0">
                <a:solidFill>
                  <a:srgbClr val="516579"/>
                </a:solidFill>
              </a:defRPr>
            </a:lvl6pPr>
            <a:lvl7pPr algn="r">
              <a:defRPr sz="1050" b="0">
                <a:solidFill>
                  <a:srgbClr val="516579"/>
                </a:solidFill>
              </a:defRPr>
            </a:lvl7pPr>
            <a:lvl8pPr algn="r">
              <a:defRPr sz="1050" b="0">
                <a:solidFill>
                  <a:srgbClr val="516579"/>
                </a:solidFill>
              </a:defRPr>
            </a:lvl8pPr>
            <a:lvl9pPr algn="r">
              <a:defRPr sz="1050" b="0">
                <a:solidFill>
                  <a:srgbClr val="516579"/>
                </a:solidFill>
              </a:defRPr>
            </a:lvl9pPr>
          </a:lstStyle>
          <a:p xmlns:a="http://schemas.openxmlformats.org/drawingml/2006/main">
            <a:pPr algn="r">
              <a:defRPr sz="1050" b="0">
                <a:solidFill>
                  <a:srgbClr val="516579"/>
                </a:solidFill>
              </a:defRPr>
            </a:pPr>
            <a:r>
              <a:rPr sz="1050" b="0">
                <a:solidFill>
                  <a:srgbClr val="516579"/>
                </a:solidFill>
              </a:rPr>
              <a:t>9</a:t>
            </a:r>
          </a:p>
        </p:txBody>
      </p:sp>
      <p:sp>
        <p:nvSpPr>
          <p:cNvPr id="7" name="">
            <a:extLst xmlns:a="http://schemas.openxmlformats.org/drawingml/2006/main">
              <a:ext uri="{FF2B5EF4-FFF2-40B4-BE49-F238E27FC236}">
                <a16:creationId xmlns:a16="http://schemas.microsoft.com/office/drawing/2014/main" id="{89769AB1-76DA-48B7-822C-0E4872BE9E6E}"/>
              </a:ext>
            </a:extLst>
          </p:cNvPr>
          <p:cNvSpPr>
            <a:spLocks xmlns:a="http://schemas.openxmlformats.org/drawingml/2006/main" noGrp="1"/>
          </p:cNvSpPr>
          <p:nvPr/>
        </p:nvSpPr>
        <p:spPr>
          <a:xfrm xmlns:a="http://schemas.openxmlformats.org/drawingml/2006/main">
            <a:off x="781050" y="167640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875" b="1">
                <a:solidFill>
                  <a:srgbClr val="102A43"/>
                </a:solidFill>
              </a:defRPr>
            </a:defPPr>
            <a:lvl1pPr algn="l">
              <a:defRPr sz="1875" b="1">
                <a:solidFill>
                  <a:srgbClr val="102A43"/>
                </a:solidFill>
              </a:defRPr>
            </a:lvl1pPr>
            <a:lvl2pPr algn="l">
              <a:defRPr sz="1875" b="1">
                <a:solidFill>
                  <a:srgbClr val="102A43"/>
                </a:solidFill>
              </a:defRPr>
            </a:lvl2pPr>
            <a:lvl3pPr algn="l">
              <a:defRPr sz="1875" b="1">
                <a:solidFill>
                  <a:srgbClr val="102A43"/>
                </a:solidFill>
              </a:defRPr>
            </a:lvl3pPr>
            <a:lvl4pPr algn="l">
              <a:defRPr sz="1875" b="1">
                <a:solidFill>
                  <a:srgbClr val="102A43"/>
                </a:solidFill>
              </a:defRPr>
            </a:lvl4pPr>
            <a:lvl5pPr algn="l">
              <a:defRPr sz="1875" b="1">
                <a:solidFill>
                  <a:srgbClr val="102A43"/>
                </a:solidFill>
              </a:defRPr>
            </a:lvl5pPr>
            <a:lvl6pPr algn="l">
              <a:defRPr sz="1875" b="1">
                <a:solidFill>
                  <a:srgbClr val="102A43"/>
                </a:solidFill>
              </a:defRPr>
            </a:lvl6pPr>
            <a:lvl7pPr algn="l">
              <a:defRPr sz="1875" b="1">
                <a:solidFill>
                  <a:srgbClr val="102A43"/>
                </a:solidFill>
              </a:defRPr>
            </a:lvl7pPr>
            <a:lvl8pPr algn="l">
              <a:defRPr sz="1875" b="1">
                <a:solidFill>
                  <a:srgbClr val="102A43"/>
                </a:solidFill>
              </a:defRPr>
            </a:lvl8pPr>
            <a:lvl9pPr algn="l">
              <a:defRPr sz="1875" b="1">
                <a:solidFill>
                  <a:srgbClr val="102A43"/>
                </a:solidFill>
              </a:defRPr>
            </a:lvl9pPr>
          </a:lstStyle>
          <a:p xmlns:a="http://schemas.openxmlformats.org/drawingml/2006/main">
            <a:pPr algn="l">
              <a:defRPr sz="1875" b="1">
                <a:solidFill>
                  <a:srgbClr val="102A43"/>
                </a:solidFill>
              </a:defRPr>
            </a:pPr>
            <a:r>
              <a:rPr sz="1875" b="1">
                <a:solidFill>
                  <a:srgbClr val="102A43"/>
                </a:solidFill>
              </a:rPr>
              <a:t>Recommended rollout</a:t>
            </a:r>
          </a:p>
        </p:txBody>
      </p:sp>
      <p:sp>
        <p:nvSpPr>
          <p:cNvPr id="8" name="">
            <a:extLst xmlns:a="http://schemas.openxmlformats.org/drawingml/2006/main">
              <a:ext uri="{FF2B5EF4-FFF2-40B4-BE49-F238E27FC236}">
                <a16:creationId xmlns:a16="http://schemas.microsoft.com/office/drawing/2014/main" id="{46217BE2-D7F4-4AC7-99DB-F3939B44BCE4}"/>
              </a:ext>
            </a:extLst>
          </p:cNvPr>
          <p:cNvSpPr>
            <a:spLocks xmlns:a="http://schemas.openxmlformats.org/drawingml/2006/main" noGrp="1"/>
          </p:cNvSpPr>
          <p:nvPr/>
        </p:nvSpPr>
        <p:spPr>
          <a:xfrm xmlns:a="http://schemas.openxmlformats.org/drawingml/2006/main">
            <a:off x="781050" y="2362200"/>
            <a:ext cx="3143250" cy="2000250"/>
          </a:xfrm>
          <a:prstGeom xmlns:a="http://schemas.openxmlformats.org/drawingml/2006/main" prst="rect">
            <a:avLst/>
          </a:prstGeom>
          <a:solidFill xmlns:a="http://schemas.openxmlformats.org/drawingml/2006/main">
            <a:srgbClr val="EAF2F6"/>
          </a:solidFill>
          <a:ln xmlns:a="http://schemas.openxmlformats.org/drawingml/2006/main" w="11430">
            <a:solidFill>
              <a:srgbClr val="B9C9D5"/>
            </a:solidFill>
            <a:prstDash val="solid"/>
          </a:ln>
        </p:spPr>
      </p:sp>
      <p:sp>
        <p:nvSpPr>
          <p:cNvPr id="9" name="">
            <a:extLst xmlns:a="http://schemas.openxmlformats.org/drawingml/2006/main">
              <a:ext uri="{FF2B5EF4-FFF2-40B4-BE49-F238E27FC236}">
                <a16:creationId xmlns:a16="http://schemas.microsoft.com/office/drawing/2014/main" id="{07D4A766-622D-440D-9D73-DC227DEEF828}"/>
              </a:ext>
            </a:extLst>
          </p:cNvPr>
          <p:cNvSpPr>
            <a:spLocks xmlns:a="http://schemas.openxmlformats.org/drawingml/2006/main" noGrp="1"/>
          </p:cNvSpPr>
          <p:nvPr/>
        </p:nvSpPr>
        <p:spPr>
          <a:xfrm xmlns:a="http://schemas.openxmlformats.org/drawingml/2006/main">
            <a:off x="990600" y="2524125"/>
            <a:ext cx="42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2550" b="1">
                <a:solidFill>
                  <a:srgbClr val="2AA198"/>
                </a:solidFill>
              </a:defRPr>
            </a:defPPr>
            <a:lvl1pPr algn="l">
              <a:defRPr sz="2550" b="1">
                <a:solidFill>
                  <a:srgbClr val="2AA198"/>
                </a:solidFill>
              </a:defRPr>
            </a:lvl1pPr>
            <a:lvl2pPr algn="l">
              <a:defRPr sz="2550" b="1">
                <a:solidFill>
                  <a:srgbClr val="2AA198"/>
                </a:solidFill>
              </a:defRPr>
            </a:lvl2pPr>
            <a:lvl3pPr algn="l">
              <a:defRPr sz="2550" b="1">
                <a:solidFill>
                  <a:srgbClr val="2AA198"/>
                </a:solidFill>
              </a:defRPr>
            </a:lvl3pPr>
            <a:lvl4pPr algn="l">
              <a:defRPr sz="2550" b="1">
                <a:solidFill>
                  <a:srgbClr val="2AA198"/>
                </a:solidFill>
              </a:defRPr>
            </a:lvl4pPr>
            <a:lvl5pPr algn="l">
              <a:defRPr sz="2550" b="1">
                <a:solidFill>
                  <a:srgbClr val="2AA198"/>
                </a:solidFill>
              </a:defRPr>
            </a:lvl5pPr>
            <a:lvl6pPr algn="l">
              <a:defRPr sz="2550" b="1">
                <a:solidFill>
                  <a:srgbClr val="2AA198"/>
                </a:solidFill>
              </a:defRPr>
            </a:lvl6pPr>
            <a:lvl7pPr algn="l">
              <a:defRPr sz="2550" b="1">
                <a:solidFill>
                  <a:srgbClr val="2AA198"/>
                </a:solidFill>
              </a:defRPr>
            </a:lvl7pPr>
            <a:lvl8pPr algn="l">
              <a:defRPr sz="2550" b="1">
                <a:solidFill>
                  <a:srgbClr val="2AA198"/>
                </a:solidFill>
              </a:defRPr>
            </a:lvl8pPr>
            <a:lvl9pPr algn="l">
              <a:defRPr sz="2550" b="1">
                <a:solidFill>
                  <a:srgbClr val="2AA198"/>
                </a:solidFill>
              </a:defRPr>
            </a:lvl9pPr>
          </a:lstStyle>
          <a:p xmlns:a="http://schemas.openxmlformats.org/drawingml/2006/main">
            <a:pPr algn="l">
              <a:defRPr sz="2550" b="1">
                <a:solidFill>
                  <a:srgbClr val="2AA198"/>
                </a:solidFill>
              </a:defRPr>
            </a:pPr>
            <a:r>
              <a:rPr sz="2550" b="1">
                <a:solidFill>
                  <a:srgbClr val="2AA198"/>
                </a:solidFill>
              </a:rPr>
              <a:t>1</a:t>
            </a:r>
          </a:p>
        </p:txBody>
      </p:sp>
      <p:sp>
        <p:nvSpPr>
          <p:cNvPr id="10" name="">
            <a:extLst xmlns:a="http://schemas.openxmlformats.org/drawingml/2006/main">
              <a:ext uri="{FF2B5EF4-FFF2-40B4-BE49-F238E27FC236}">
                <a16:creationId xmlns:a16="http://schemas.microsoft.com/office/drawing/2014/main" id="{CB724A67-403E-43F9-8739-84D3E9AAD862}"/>
              </a:ext>
            </a:extLst>
          </p:cNvPr>
          <p:cNvSpPr>
            <a:spLocks xmlns:a="http://schemas.openxmlformats.org/drawingml/2006/main" noGrp="1"/>
          </p:cNvSpPr>
          <p:nvPr/>
        </p:nvSpPr>
        <p:spPr>
          <a:xfrm xmlns:a="http://schemas.openxmlformats.org/drawingml/2006/main">
            <a:off x="1543050" y="2524125"/>
            <a:ext cx="2143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875" b="1">
                <a:solidFill>
                  <a:srgbClr val="102A43"/>
                </a:solidFill>
              </a:defRPr>
            </a:defPPr>
            <a:lvl1pPr algn="l">
              <a:defRPr sz="1875" b="1">
                <a:solidFill>
                  <a:srgbClr val="102A43"/>
                </a:solidFill>
              </a:defRPr>
            </a:lvl1pPr>
            <a:lvl2pPr algn="l">
              <a:defRPr sz="1875" b="1">
                <a:solidFill>
                  <a:srgbClr val="102A43"/>
                </a:solidFill>
              </a:defRPr>
            </a:lvl2pPr>
            <a:lvl3pPr algn="l">
              <a:defRPr sz="1875" b="1">
                <a:solidFill>
                  <a:srgbClr val="102A43"/>
                </a:solidFill>
              </a:defRPr>
            </a:lvl3pPr>
            <a:lvl4pPr algn="l">
              <a:defRPr sz="1875" b="1">
                <a:solidFill>
                  <a:srgbClr val="102A43"/>
                </a:solidFill>
              </a:defRPr>
            </a:lvl4pPr>
            <a:lvl5pPr algn="l">
              <a:defRPr sz="1875" b="1">
                <a:solidFill>
                  <a:srgbClr val="102A43"/>
                </a:solidFill>
              </a:defRPr>
            </a:lvl5pPr>
            <a:lvl6pPr algn="l">
              <a:defRPr sz="1875" b="1">
                <a:solidFill>
                  <a:srgbClr val="102A43"/>
                </a:solidFill>
              </a:defRPr>
            </a:lvl6pPr>
            <a:lvl7pPr algn="l">
              <a:defRPr sz="1875" b="1">
                <a:solidFill>
                  <a:srgbClr val="102A43"/>
                </a:solidFill>
              </a:defRPr>
            </a:lvl7pPr>
            <a:lvl8pPr algn="l">
              <a:defRPr sz="1875" b="1">
                <a:solidFill>
                  <a:srgbClr val="102A43"/>
                </a:solidFill>
              </a:defRPr>
            </a:lvl8pPr>
            <a:lvl9pPr algn="l">
              <a:defRPr sz="1875" b="1">
                <a:solidFill>
                  <a:srgbClr val="102A43"/>
                </a:solidFill>
              </a:defRPr>
            </a:lvl9pPr>
          </a:lstStyle>
          <a:p xmlns:a="http://schemas.openxmlformats.org/drawingml/2006/main">
            <a:pPr algn="l">
              <a:defRPr sz="1875" b="1">
                <a:solidFill>
                  <a:srgbClr val="102A43"/>
                </a:solidFill>
              </a:defRPr>
            </a:pPr>
            <a:r>
              <a:rPr sz="1875" b="1">
                <a:solidFill>
                  <a:srgbClr val="102A43"/>
                </a:solidFill>
              </a:rPr>
              <a:t>Shadow</a:t>
            </a:r>
          </a:p>
        </p:txBody>
      </p:sp>
      <p:sp>
        <p:nvSpPr>
          <p:cNvPr id="11" name="">
            <a:extLst xmlns:a="http://schemas.openxmlformats.org/drawingml/2006/main">
              <a:ext uri="{FF2B5EF4-FFF2-40B4-BE49-F238E27FC236}">
                <a16:creationId xmlns:a16="http://schemas.microsoft.com/office/drawing/2014/main" id="{FD2662AD-D3E8-4321-8DDB-3E56C3B4C6B0}"/>
              </a:ext>
            </a:extLst>
          </p:cNvPr>
          <p:cNvSpPr>
            <a:spLocks xmlns:a="http://schemas.openxmlformats.org/drawingml/2006/main" noGrp="1"/>
          </p:cNvSpPr>
          <p:nvPr/>
        </p:nvSpPr>
        <p:spPr>
          <a:xfrm xmlns:a="http://schemas.openxmlformats.org/drawingml/2006/main">
            <a:off x="990600" y="3143250"/>
            <a:ext cx="27146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75" b="0">
                <a:solidFill>
                  <a:srgbClr val="17324D"/>
                </a:solidFill>
              </a:defRPr>
            </a:defPPr>
            <a:lvl1pPr algn="l">
              <a:defRPr sz="1575" b="0">
                <a:solidFill>
                  <a:srgbClr val="17324D"/>
                </a:solidFill>
              </a:defRPr>
            </a:lvl1pPr>
            <a:lvl2pPr algn="l">
              <a:defRPr sz="1575" b="0">
                <a:solidFill>
                  <a:srgbClr val="17324D"/>
                </a:solidFill>
              </a:defRPr>
            </a:lvl2pPr>
            <a:lvl3pPr algn="l">
              <a:defRPr sz="1575" b="0">
                <a:solidFill>
                  <a:srgbClr val="17324D"/>
                </a:solidFill>
              </a:defRPr>
            </a:lvl3pPr>
            <a:lvl4pPr algn="l">
              <a:defRPr sz="1575" b="0">
                <a:solidFill>
                  <a:srgbClr val="17324D"/>
                </a:solidFill>
              </a:defRPr>
            </a:lvl4pPr>
            <a:lvl5pPr algn="l">
              <a:defRPr sz="1575" b="0">
                <a:solidFill>
                  <a:srgbClr val="17324D"/>
                </a:solidFill>
              </a:defRPr>
            </a:lvl5pPr>
            <a:lvl6pPr algn="l">
              <a:defRPr sz="1575" b="0">
                <a:solidFill>
                  <a:srgbClr val="17324D"/>
                </a:solidFill>
              </a:defRPr>
            </a:lvl6pPr>
            <a:lvl7pPr algn="l">
              <a:defRPr sz="1575" b="0">
                <a:solidFill>
                  <a:srgbClr val="17324D"/>
                </a:solidFill>
              </a:defRPr>
            </a:lvl7pPr>
            <a:lvl8pPr algn="l">
              <a:defRPr sz="1575" b="0">
                <a:solidFill>
                  <a:srgbClr val="17324D"/>
                </a:solidFill>
              </a:defRPr>
            </a:lvl8pPr>
            <a:lvl9pPr algn="l">
              <a:defRPr sz="1575" b="0">
                <a:solidFill>
                  <a:srgbClr val="17324D"/>
                </a:solidFill>
              </a:defRPr>
            </a:lvl9pPr>
          </a:lstStyle>
          <a:p xmlns:a="http://schemas.openxmlformats.org/drawingml/2006/main">
            <a:pPr algn="l">
              <a:defRPr sz="1575" b="0">
                <a:solidFill>
                  <a:srgbClr val="17324D"/>
                </a:solidFill>
              </a:defRPr>
            </a:pPr>
            <a:r>
              <a:rPr sz="1575" b="0">
                <a:solidFill>
                  <a:srgbClr val="17324D"/>
                </a:solidFill>
              </a:rPr>
              <a:t>Measure diagnosis and leakage without actions</a:t>
            </a:r>
          </a:p>
        </p:txBody>
      </p:sp>
      <p:sp>
        <p:nvSpPr>
          <p:cNvPr id="12" name="">
            <a:extLst xmlns:a="http://schemas.openxmlformats.org/drawingml/2006/main">
              <a:ext uri="{FF2B5EF4-FFF2-40B4-BE49-F238E27FC236}">
                <a16:creationId xmlns:a16="http://schemas.microsoft.com/office/drawing/2014/main" id="{943B082F-AC36-4DC4-B692-450F102F0B64}"/>
              </a:ext>
            </a:extLst>
          </p:cNvPr>
          <p:cNvSpPr>
            <a:spLocks xmlns:a="http://schemas.openxmlformats.org/drawingml/2006/main" noGrp="1"/>
          </p:cNvSpPr>
          <p:nvPr/>
        </p:nvSpPr>
        <p:spPr>
          <a:xfrm xmlns:a="http://schemas.openxmlformats.org/drawingml/2006/main">
            <a:off x="4400550" y="2362200"/>
            <a:ext cx="3143250" cy="2000250"/>
          </a:xfrm>
          <a:prstGeom xmlns:a="http://schemas.openxmlformats.org/drawingml/2006/main" prst="rect">
            <a:avLst/>
          </a:prstGeom>
          <a:solidFill xmlns:a="http://schemas.openxmlformats.org/drawingml/2006/main">
            <a:srgbClr val="EAF2F6"/>
          </a:solidFill>
          <a:ln xmlns:a="http://schemas.openxmlformats.org/drawingml/2006/main" w="11430">
            <a:solidFill>
              <a:srgbClr val="B9C9D5"/>
            </a:solidFill>
            <a:prstDash val="solid"/>
          </a:ln>
        </p:spPr>
      </p:sp>
      <p:sp>
        <p:nvSpPr>
          <p:cNvPr id="13" name="">
            <a:extLst xmlns:a="http://schemas.openxmlformats.org/drawingml/2006/main">
              <a:ext uri="{FF2B5EF4-FFF2-40B4-BE49-F238E27FC236}">
                <a16:creationId xmlns:a16="http://schemas.microsoft.com/office/drawing/2014/main" id="{5C3732BB-91F4-4B41-97D7-ABA061193890}"/>
              </a:ext>
            </a:extLst>
          </p:cNvPr>
          <p:cNvSpPr>
            <a:spLocks xmlns:a="http://schemas.openxmlformats.org/drawingml/2006/main" noGrp="1"/>
          </p:cNvSpPr>
          <p:nvPr/>
        </p:nvSpPr>
        <p:spPr>
          <a:xfrm xmlns:a="http://schemas.openxmlformats.org/drawingml/2006/main">
            <a:off x="4610100" y="2524125"/>
            <a:ext cx="42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2550" b="1">
                <a:solidFill>
                  <a:srgbClr val="2AA198"/>
                </a:solidFill>
              </a:defRPr>
            </a:defPPr>
            <a:lvl1pPr algn="l">
              <a:defRPr sz="2550" b="1">
                <a:solidFill>
                  <a:srgbClr val="2AA198"/>
                </a:solidFill>
              </a:defRPr>
            </a:lvl1pPr>
            <a:lvl2pPr algn="l">
              <a:defRPr sz="2550" b="1">
                <a:solidFill>
                  <a:srgbClr val="2AA198"/>
                </a:solidFill>
              </a:defRPr>
            </a:lvl2pPr>
            <a:lvl3pPr algn="l">
              <a:defRPr sz="2550" b="1">
                <a:solidFill>
                  <a:srgbClr val="2AA198"/>
                </a:solidFill>
              </a:defRPr>
            </a:lvl3pPr>
            <a:lvl4pPr algn="l">
              <a:defRPr sz="2550" b="1">
                <a:solidFill>
                  <a:srgbClr val="2AA198"/>
                </a:solidFill>
              </a:defRPr>
            </a:lvl4pPr>
            <a:lvl5pPr algn="l">
              <a:defRPr sz="2550" b="1">
                <a:solidFill>
                  <a:srgbClr val="2AA198"/>
                </a:solidFill>
              </a:defRPr>
            </a:lvl5pPr>
            <a:lvl6pPr algn="l">
              <a:defRPr sz="2550" b="1">
                <a:solidFill>
                  <a:srgbClr val="2AA198"/>
                </a:solidFill>
              </a:defRPr>
            </a:lvl6pPr>
            <a:lvl7pPr algn="l">
              <a:defRPr sz="2550" b="1">
                <a:solidFill>
                  <a:srgbClr val="2AA198"/>
                </a:solidFill>
              </a:defRPr>
            </a:lvl7pPr>
            <a:lvl8pPr algn="l">
              <a:defRPr sz="2550" b="1">
                <a:solidFill>
                  <a:srgbClr val="2AA198"/>
                </a:solidFill>
              </a:defRPr>
            </a:lvl8pPr>
            <a:lvl9pPr algn="l">
              <a:defRPr sz="2550" b="1">
                <a:solidFill>
                  <a:srgbClr val="2AA198"/>
                </a:solidFill>
              </a:defRPr>
            </a:lvl9pPr>
          </a:lstStyle>
          <a:p xmlns:a="http://schemas.openxmlformats.org/drawingml/2006/main">
            <a:pPr algn="l">
              <a:defRPr sz="2550" b="1">
                <a:solidFill>
                  <a:srgbClr val="2AA198"/>
                </a:solidFill>
              </a:defRPr>
            </a:pPr>
            <a:r>
              <a:rPr sz="2550" b="1">
                <a:solidFill>
                  <a:srgbClr val="2AA198"/>
                </a:solidFill>
              </a:rPr>
              <a:t>2</a:t>
            </a:r>
          </a:p>
        </p:txBody>
      </p:sp>
      <p:sp>
        <p:nvSpPr>
          <p:cNvPr id="14" name="">
            <a:extLst xmlns:a="http://schemas.openxmlformats.org/drawingml/2006/main">
              <a:ext uri="{FF2B5EF4-FFF2-40B4-BE49-F238E27FC236}">
                <a16:creationId xmlns:a16="http://schemas.microsoft.com/office/drawing/2014/main" id="{0DF75744-6633-4E2F-8473-330139EBCE15}"/>
              </a:ext>
            </a:extLst>
          </p:cNvPr>
          <p:cNvSpPr>
            <a:spLocks xmlns:a="http://schemas.openxmlformats.org/drawingml/2006/main" noGrp="1"/>
          </p:cNvSpPr>
          <p:nvPr/>
        </p:nvSpPr>
        <p:spPr>
          <a:xfrm xmlns:a="http://schemas.openxmlformats.org/drawingml/2006/main">
            <a:off x="5162550" y="2524125"/>
            <a:ext cx="2143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875" b="1">
                <a:solidFill>
                  <a:srgbClr val="102A43"/>
                </a:solidFill>
              </a:defRPr>
            </a:defPPr>
            <a:lvl1pPr algn="l">
              <a:defRPr sz="1875" b="1">
                <a:solidFill>
                  <a:srgbClr val="102A43"/>
                </a:solidFill>
              </a:defRPr>
            </a:lvl1pPr>
            <a:lvl2pPr algn="l">
              <a:defRPr sz="1875" b="1">
                <a:solidFill>
                  <a:srgbClr val="102A43"/>
                </a:solidFill>
              </a:defRPr>
            </a:lvl2pPr>
            <a:lvl3pPr algn="l">
              <a:defRPr sz="1875" b="1">
                <a:solidFill>
                  <a:srgbClr val="102A43"/>
                </a:solidFill>
              </a:defRPr>
            </a:lvl3pPr>
            <a:lvl4pPr algn="l">
              <a:defRPr sz="1875" b="1">
                <a:solidFill>
                  <a:srgbClr val="102A43"/>
                </a:solidFill>
              </a:defRPr>
            </a:lvl4pPr>
            <a:lvl5pPr algn="l">
              <a:defRPr sz="1875" b="1">
                <a:solidFill>
                  <a:srgbClr val="102A43"/>
                </a:solidFill>
              </a:defRPr>
            </a:lvl5pPr>
            <a:lvl6pPr algn="l">
              <a:defRPr sz="1875" b="1">
                <a:solidFill>
                  <a:srgbClr val="102A43"/>
                </a:solidFill>
              </a:defRPr>
            </a:lvl6pPr>
            <a:lvl7pPr algn="l">
              <a:defRPr sz="1875" b="1">
                <a:solidFill>
                  <a:srgbClr val="102A43"/>
                </a:solidFill>
              </a:defRPr>
            </a:lvl7pPr>
            <a:lvl8pPr algn="l">
              <a:defRPr sz="1875" b="1">
                <a:solidFill>
                  <a:srgbClr val="102A43"/>
                </a:solidFill>
              </a:defRPr>
            </a:lvl8pPr>
            <a:lvl9pPr algn="l">
              <a:defRPr sz="1875" b="1">
                <a:solidFill>
                  <a:srgbClr val="102A43"/>
                </a:solidFill>
              </a:defRPr>
            </a:lvl9pPr>
          </a:lstStyle>
          <a:p xmlns:a="http://schemas.openxmlformats.org/drawingml/2006/main">
            <a:pPr algn="l">
              <a:defRPr sz="1875" b="1">
                <a:solidFill>
                  <a:srgbClr val="102A43"/>
                </a:solidFill>
              </a:defRPr>
            </a:pPr>
            <a:r>
              <a:rPr sz="1875" b="1">
                <a:solidFill>
                  <a:srgbClr val="102A43"/>
                </a:solidFill>
              </a:rPr>
              <a:t>Approve</a:t>
            </a:r>
          </a:p>
        </p:txBody>
      </p:sp>
      <p:sp>
        <p:nvSpPr>
          <p:cNvPr id="15" name="">
            <a:extLst xmlns:a="http://schemas.openxmlformats.org/drawingml/2006/main">
              <a:ext uri="{FF2B5EF4-FFF2-40B4-BE49-F238E27FC236}">
                <a16:creationId xmlns:a16="http://schemas.microsoft.com/office/drawing/2014/main" id="{F2107A53-A399-4EBC-98FD-4CDD8FF54DCA}"/>
              </a:ext>
            </a:extLst>
          </p:cNvPr>
          <p:cNvSpPr>
            <a:spLocks xmlns:a="http://schemas.openxmlformats.org/drawingml/2006/main" noGrp="1"/>
          </p:cNvSpPr>
          <p:nvPr/>
        </p:nvSpPr>
        <p:spPr>
          <a:xfrm xmlns:a="http://schemas.openxmlformats.org/drawingml/2006/main">
            <a:off x="4610100" y="3143250"/>
            <a:ext cx="27146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75" b="0">
                <a:solidFill>
                  <a:srgbClr val="17324D"/>
                </a:solidFill>
              </a:defRPr>
            </a:defPPr>
            <a:lvl1pPr algn="l">
              <a:defRPr sz="1575" b="0">
                <a:solidFill>
                  <a:srgbClr val="17324D"/>
                </a:solidFill>
              </a:defRPr>
            </a:lvl1pPr>
            <a:lvl2pPr algn="l">
              <a:defRPr sz="1575" b="0">
                <a:solidFill>
                  <a:srgbClr val="17324D"/>
                </a:solidFill>
              </a:defRPr>
            </a:lvl2pPr>
            <a:lvl3pPr algn="l">
              <a:defRPr sz="1575" b="0">
                <a:solidFill>
                  <a:srgbClr val="17324D"/>
                </a:solidFill>
              </a:defRPr>
            </a:lvl3pPr>
            <a:lvl4pPr algn="l">
              <a:defRPr sz="1575" b="0">
                <a:solidFill>
                  <a:srgbClr val="17324D"/>
                </a:solidFill>
              </a:defRPr>
            </a:lvl4pPr>
            <a:lvl5pPr algn="l">
              <a:defRPr sz="1575" b="0">
                <a:solidFill>
                  <a:srgbClr val="17324D"/>
                </a:solidFill>
              </a:defRPr>
            </a:lvl5pPr>
            <a:lvl6pPr algn="l">
              <a:defRPr sz="1575" b="0">
                <a:solidFill>
                  <a:srgbClr val="17324D"/>
                </a:solidFill>
              </a:defRPr>
            </a:lvl6pPr>
            <a:lvl7pPr algn="l">
              <a:defRPr sz="1575" b="0">
                <a:solidFill>
                  <a:srgbClr val="17324D"/>
                </a:solidFill>
              </a:defRPr>
            </a:lvl7pPr>
            <a:lvl8pPr algn="l">
              <a:defRPr sz="1575" b="0">
                <a:solidFill>
                  <a:srgbClr val="17324D"/>
                </a:solidFill>
              </a:defRPr>
            </a:lvl8pPr>
            <a:lvl9pPr algn="l">
              <a:defRPr sz="1575" b="0">
                <a:solidFill>
                  <a:srgbClr val="17324D"/>
                </a:solidFill>
              </a:defRPr>
            </a:lvl9pPr>
          </a:lstStyle>
          <a:p xmlns:a="http://schemas.openxmlformats.org/drawingml/2006/main">
            <a:pPr algn="l">
              <a:defRPr sz="1575" b="0">
                <a:solidFill>
                  <a:srgbClr val="17324D"/>
                </a:solidFill>
              </a:defRPr>
            </a:pPr>
            <a:r>
              <a:rPr sz="1575" b="0">
                <a:solidFill>
                  <a:srgbClr val="17324D"/>
                </a:solidFill>
              </a:rPr>
              <a:t>Human confirms bounded, reversible runbooks</a:t>
            </a:r>
          </a:p>
        </p:txBody>
      </p:sp>
      <p:sp>
        <p:nvSpPr>
          <p:cNvPr id="16" name="">
            <a:extLst xmlns:a="http://schemas.openxmlformats.org/drawingml/2006/main">
              <a:ext uri="{FF2B5EF4-FFF2-40B4-BE49-F238E27FC236}">
                <a16:creationId xmlns:a16="http://schemas.microsoft.com/office/drawing/2014/main" id="{47C54E44-2352-4758-BCFD-4D977C1EDCED}"/>
              </a:ext>
            </a:extLst>
          </p:cNvPr>
          <p:cNvSpPr>
            <a:spLocks xmlns:a="http://schemas.openxmlformats.org/drawingml/2006/main" noGrp="1"/>
          </p:cNvSpPr>
          <p:nvPr/>
        </p:nvSpPr>
        <p:spPr>
          <a:xfrm xmlns:a="http://schemas.openxmlformats.org/drawingml/2006/main">
            <a:off x="8020050" y="2362200"/>
            <a:ext cx="3143250" cy="2000250"/>
          </a:xfrm>
          <a:prstGeom xmlns:a="http://schemas.openxmlformats.org/drawingml/2006/main" prst="rect">
            <a:avLst/>
          </a:prstGeom>
          <a:solidFill xmlns:a="http://schemas.openxmlformats.org/drawingml/2006/main">
            <a:srgbClr val="DDF2EE"/>
          </a:solidFill>
          <a:ln xmlns:a="http://schemas.openxmlformats.org/drawingml/2006/main" w="11430">
            <a:solidFill>
              <a:srgbClr val="A9D5CC"/>
            </a:solidFill>
            <a:prstDash val="solid"/>
          </a:ln>
        </p:spPr>
      </p:sp>
      <p:sp>
        <p:nvSpPr>
          <p:cNvPr id="17" name="">
            <a:extLst xmlns:a="http://schemas.openxmlformats.org/drawingml/2006/main">
              <a:ext uri="{FF2B5EF4-FFF2-40B4-BE49-F238E27FC236}">
                <a16:creationId xmlns:a16="http://schemas.microsoft.com/office/drawing/2014/main" id="{B57BE74B-932E-40BB-A89A-AD7E1F4F80B2}"/>
              </a:ext>
            </a:extLst>
          </p:cNvPr>
          <p:cNvSpPr>
            <a:spLocks xmlns:a="http://schemas.openxmlformats.org/drawingml/2006/main" noGrp="1"/>
          </p:cNvSpPr>
          <p:nvPr/>
        </p:nvSpPr>
        <p:spPr>
          <a:xfrm xmlns:a="http://schemas.openxmlformats.org/drawingml/2006/main">
            <a:off x="8229600" y="2524125"/>
            <a:ext cx="428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2550" b="1">
                <a:solidFill>
                  <a:srgbClr val="2AA198"/>
                </a:solidFill>
              </a:defRPr>
            </a:defPPr>
            <a:lvl1pPr algn="l">
              <a:defRPr sz="2550" b="1">
                <a:solidFill>
                  <a:srgbClr val="2AA198"/>
                </a:solidFill>
              </a:defRPr>
            </a:lvl1pPr>
            <a:lvl2pPr algn="l">
              <a:defRPr sz="2550" b="1">
                <a:solidFill>
                  <a:srgbClr val="2AA198"/>
                </a:solidFill>
              </a:defRPr>
            </a:lvl2pPr>
            <a:lvl3pPr algn="l">
              <a:defRPr sz="2550" b="1">
                <a:solidFill>
                  <a:srgbClr val="2AA198"/>
                </a:solidFill>
              </a:defRPr>
            </a:lvl3pPr>
            <a:lvl4pPr algn="l">
              <a:defRPr sz="2550" b="1">
                <a:solidFill>
                  <a:srgbClr val="2AA198"/>
                </a:solidFill>
              </a:defRPr>
            </a:lvl4pPr>
            <a:lvl5pPr algn="l">
              <a:defRPr sz="2550" b="1">
                <a:solidFill>
                  <a:srgbClr val="2AA198"/>
                </a:solidFill>
              </a:defRPr>
            </a:lvl5pPr>
            <a:lvl6pPr algn="l">
              <a:defRPr sz="2550" b="1">
                <a:solidFill>
                  <a:srgbClr val="2AA198"/>
                </a:solidFill>
              </a:defRPr>
            </a:lvl6pPr>
            <a:lvl7pPr algn="l">
              <a:defRPr sz="2550" b="1">
                <a:solidFill>
                  <a:srgbClr val="2AA198"/>
                </a:solidFill>
              </a:defRPr>
            </a:lvl7pPr>
            <a:lvl8pPr algn="l">
              <a:defRPr sz="2550" b="1">
                <a:solidFill>
                  <a:srgbClr val="2AA198"/>
                </a:solidFill>
              </a:defRPr>
            </a:lvl8pPr>
            <a:lvl9pPr algn="l">
              <a:defRPr sz="2550" b="1">
                <a:solidFill>
                  <a:srgbClr val="2AA198"/>
                </a:solidFill>
              </a:defRPr>
            </a:lvl9pPr>
          </a:lstStyle>
          <a:p xmlns:a="http://schemas.openxmlformats.org/drawingml/2006/main">
            <a:pPr algn="l">
              <a:defRPr sz="2550" b="1">
                <a:solidFill>
                  <a:srgbClr val="2AA198"/>
                </a:solidFill>
              </a:defRPr>
            </a:pPr>
            <a:r>
              <a:rPr sz="2550" b="1">
                <a:solidFill>
                  <a:srgbClr val="2AA198"/>
                </a:solidFill>
              </a:rPr>
              <a:t>3</a:t>
            </a:r>
          </a:p>
        </p:txBody>
      </p:sp>
      <p:sp>
        <p:nvSpPr>
          <p:cNvPr id="18" name="">
            <a:extLst xmlns:a="http://schemas.openxmlformats.org/drawingml/2006/main">
              <a:ext uri="{FF2B5EF4-FFF2-40B4-BE49-F238E27FC236}">
                <a16:creationId xmlns:a16="http://schemas.microsoft.com/office/drawing/2014/main" id="{4890D281-2FA3-4BFA-94F7-C0D5D55E720B}"/>
              </a:ext>
            </a:extLst>
          </p:cNvPr>
          <p:cNvSpPr>
            <a:spLocks xmlns:a="http://schemas.openxmlformats.org/drawingml/2006/main" noGrp="1"/>
          </p:cNvSpPr>
          <p:nvPr/>
        </p:nvSpPr>
        <p:spPr>
          <a:xfrm xmlns:a="http://schemas.openxmlformats.org/drawingml/2006/main">
            <a:off x="8782050" y="2524125"/>
            <a:ext cx="2143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875" b="1">
                <a:solidFill>
                  <a:srgbClr val="102A43"/>
                </a:solidFill>
              </a:defRPr>
            </a:defPPr>
            <a:lvl1pPr algn="l">
              <a:defRPr sz="1875" b="1">
                <a:solidFill>
                  <a:srgbClr val="102A43"/>
                </a:solidFill>
              </a:defRPr>
            </a:lvl1pPr>
            <a:lvl2pPr algn="l">
              <a:defRPr sz="1875" b="1">
                <a:solidFill>
                  <a:srgbClr val="102A43"/>
                </a:solidFill>
              </a:defRPr>
            </a:lvl2pPr>
            <a:lvl3pPr algn="l">
              <a:defRPr sz="1875" b="1">
                <a:solidFill>
                  <a:srgbClr val="102A43"/>
                </a:solidFill>
              </a:defRPr>
            </a:lvl3pPr>
            <a:lvl4pPr algn="l">
              <a:defRPr sz="1875" b="1">
                <a:solidFill>
                  <a:srgbClr val="102A43"/>
                </a:solidFill>
              </a:defRPr>
            </a:lvl4pPr>
            <a:lvl5pPr algn="l">
              <a:defRPr sz="1875" b="1">
                <a:solidFill>
                  <a:srgbClr val="102A43"/>
                </a:solidFill>
              </a:defRPr>
            </a:lvl5pPr>
            <a:lvl6pPr algn="l">
              <a:defRPr sz="1875" b="1">
                <a:solidFill>
                  <a:srgbClr val="102A43"/>
                </a:solidFill>
              </a:defRPr>
            </a:lvl6pPr>
            <a:lvl7pPr algn="l">
              <a:defRPr sz="1875" b="1">
                <a:solidFill>
                  <a:srgbClr val="102A43"/>
                </a:solidFill>
              </a:defRPr>
            </a:lvl7pPr>
            <a:lvl8pPr algn="l">
              <a:defRPr sz="1875" b="1">
                <a:solidFill>
                  <a:srgbClr val="102A43"/>
                </a:solidFill>
              </a:defRPr>
            </a:lvl8pPr>
            <a:lvl9pPr algn="l">
              <a:defRPr sz="1875" b="1">
                <a:solidFill>
                  <a:srgbClr val="102A43"/>
                </a:solidFill>
              </a:defRPr>
            </a:lvl9pPr>
          </a:lstStyle>
          <a:p xmlns:a="http://schemas.openxmlformats.org/drawingml/2006/main">
            <a:pPr algn="l">
              <a:defRPr sz="1875" b="1">
                <a:solidFill>
                  <a:srgbClr val="102A43"/>
                </a:solidFill>
              </a:defRPr>
            </a:pPr>
            <a:r>
              <a:rPr sz="1875" b="1">
                <a:solidFill>
                  <a:srgbClr val="102A43"/>
                </a:solidFill>
              </a:rPr>
              <a:t>Automate</a:t>
            </a:r>
          </a:p>
        </p:txBody>
      </p:sp>
      <p:sp>
        <p:nvSpPr>
          <p:cNvPr id="19" name="">
            <a:extLst xmlns:a="http://schemas.openxmlformats.org/drawingml/2006/main">
              <a:ext uri="{FF2B5EF4-FFF2-40B4-BE49-F238E27FC236}">
                <a16:creationId xmlns:a16="http://schemas.microsoft.com/office/drawing/2014/main" id="{30BB067E-B4D8-42C1-949C-0BFBA9908897}"/>
              </a:ext>
            </a:extLst>
          </p:cNvPr>
          <p:cNvSpPr>
            <a:spLocks xmlns:a="http://schemas.openxmlformats.org/drawingml/2006/main" noGrp="1"/>
          </p:cNvSpPr>
          <p:nvPr/>
        </p:nvSpPr>
        <p:spPr>
          <a:xfrm xmlns:a="http://schemas.openxmlformats.org/drawingml/2006/main">
            <a:off x="8229600" y="3143250"/>
            <a:ext cx="27146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75" b="0">
                <a:solidFill>
                  <a:srgbClr val="17324D"/>
                </a:solidFill>
              </a:defRPr>
            </a:defPPr>
            <a:lvl1pPr algn="l">
              <a:defRPr sz="1575" b="0">
                <a:solidFill>
                  <a:srgbClr val="17324D"/>
                </a:solidFill>
              </a:defRPr>
            </a:lvl1pPr>
            <a:lvl2pPr algn="l">
              <a:defRPr sz="1575" b="0">
                <a:solidFill>
                  <a:srgbClr val="17324D"/>
                </a:solidFill>
              </a:defRPr>
            </a:lvl2pPr>
            <a:lvl3pPr algn="l">
              <a:defRPr sz="1575" b="0">
                <a:solidFill>
                  <a:srgbClr val="17324D"/>
                </a:solidFill>
              </a:defRPr>
            </a:lvl3pPr>
            <a:lvl4pPr algn="l">
              <a:defRPr sz="1575" b="0">
                <a:solidFill>
                  <a:srgbClr val="17324D"/>
                </a:solidFill>
              </a:defRPr>
            </a:lvl4pPr>
            <a:lvl5pPr algn="l">
              <a:defRPr sz="1575" b="0">
                <a:solidFill>
                  <a:srgbClr val="17324D"/>
                </a:solidFill>
              </a:defRPr>
            </a:lvl5pPr>
            <a:lvl6pPr algn="l">
              <a:defRPr sz="1575" b="0">
                <a:solidFill>
                  <a:srgbClr val="17324D"/>
                </a:solidFill>
              </a:defRPr>
            </a:lvl6pPr>
            <a:lvl7pPr algn="l">
              <a:defRPr sz="1575" b="0">
                <a:solidFill>
                  <a:srgbClr val="17324D"/>
                </a:solidFill>
              </a:defRPr>
            </a:lvl7pPr>
            <a:lvl8pPr algn="l">
              <a:defRPr sz="1575" b="0">
                <a:solidFill>
                  <a:srgbClr val="17324D"/>
                </a:solidFill>
              </a:defRPr>
            </a:lvl8pPr>
            <a:lvl9pPr algn="l">
              <a:defRPr sz="1575" b="0">
                <a:solidFill>
                  <a:srgbClr val="17324D"/>
                </a:solidFill>
              </a:defRPr>
            </a:lvl9pPr>
          </a:lstStyle>
          <a:p xmlns:a="http://schemas.openxmlformats.org/drawingml/2006/main">
            <a:pPr algn="l">
              <a:defRPr sz="1575" b="0">
                <a:solidFill>
                  <a:srgbClr val="17324D"/>
                </a:solidFill>
              </a:defRPr>
            </a:pPr>
            <a:r>
              <a:rPr sz="1575" b="0">
                <a:solidFill>
                  <a:srgbClr val="17324D"/>
                </a:solidFill>
              </a:rPr>
              <a:t>Enable only proven low-risk ticket classes</a:t>
            </a:r>
          </a:p>
        </p:txBody>
      </p:sp>
      <p:sp>
        <p:nvSpPr>
          <p:cNvPr id="20" name="">
            <a:extLst xmlns:a="http://schemas.openxmlformats.org/drawingml/2006/main">
              <a:ext uri="{FF2B5EF4-FFF2-40B4-BE49-F238E27FC236}">
                <a16:creationId xmlns:a16="http://schemas.microsoft.com/office/drawing/2014/main" id="{616367EB-E4FB-4965-A4B2-A6290CE29C6C}"/>
              </a:ext>
            </a:extLst>
          </p:cNvPr>
          <p:cNvSpPr>
            <a:spLocks xmlns:a="http://schemas.openxmlformats.org/drawingml/2006/main" noGrp="1"/>
          </p:cNvSpPr>
          <p:nvPr/>
        </p:nvSpPr>
        <p:spPr>
          <a:xfrm xmlns:a="http://schemas.openxmlformats.org/drawingml/2006/main">
            <a:off x="781050" y="47625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500" b="1">
                <a:solidFill>
                  <a:srgbClr val="B54745"/>
                </a:solidFill>
              </a:defRPr>
            </a:defPPr>
            <a:lvl1pPr algn="l">
              <a:defRPr sz="1500" b="1">
                <a:solidFill>
                  <a:srgbClr val="B54745"/>
                </a:solidFill>
              </a:defRPr>
            </a:lvl1pPr>
            <a:lvl2pPr algn="l">
              <a:defRPr sz="1500" b="1">
                <a:solidFill>
                  <a:srgbClr val="B54745"/>
                </a:solidFill>
              </a:defRPr>
            </a:lvl2pPr>
            <a:lvl3pPr algn="l">
              <a:defRPr sz="1500" b="1">
                <a:solidFill>
                  <a:srgbClr val="B54745"/>
                </a:solidFill>
              </a:defRPr>
            </a:lvl3pPr>
            <a:lvl4pPr algn="l">
              <a:defRPr sz="1500" b="1">
                <a:solidFill>
                  <a:srgbClr val="B54745"/>
                </a:solidFill>
              </a:defRPr>
            </a:lvl4pPr>
            <a:lvl5pPr algn="l">
              <a:defRPr sz="1500" b="1">
                <a:solidFill>
                  <a:srgbClr val="B54745"/>
                </a:solidFill>
              </a:defRPr>
            </a:lvl5pPr>
            <a:lvl6pPr algn="l">
              <a:defRPr sz="1500" b="1">
                <a:solidFill>
                  <a:srgbClr val="B54745"/>
                </a:solidFill>
              </a:defRPr>
            </a:lvl6pPr>
            <a:lvl7pPr algn="l">
              <a:defRPr sz="1500" b="1">
                <a:solidFill>
                  <a:srgbClr val="B54745"/>
                </a:solidFill>
              </a:defRPr>
            </a:lvl7pPr>
            <a:lvl8pPr algn="l">
              <a:defRPr sz="1500" b="1">
                <a:solidFill>
                  <a:srgbClr val="B54745"/>
                </a:solidFill>
              </a:defRPr>
            </a:lvl8pPr>
            <a:lvl9pPr algn="l">
              <a:defRPr sz="1500" b="1">
                <a:solidFill>
                  <a:srgbClr val="B54745"/>
                </a:solidFill>
              </a:defRPr>
            </a:lvl9pPr>
          </a:lstStyle>
          <a:p xmlns:a="http://schemas.openxmlformats.org/drawingml/2006/main">
            <a:pPr algn="l">
              <a:defRPr sz="1500" b="1">
                <a:solidFill>
                  <a:srgbClr val="B54745"/>
                </a:solidFill>
              </a:defRPr>
            </a:pPr>
            <a:r>
              <a:rPr sz="1500" b="1">
                <a:solidFill>
                  <a:srgbClr val="B54745"/>
                </a:solidFill>
              </a:rPr>
              <a:t>Stop conditions</a:t>
            </a:r>
          </a:p>
        </p:txBody>
      </p:sp>
      <p:sp>
        <p:nvSpPr>
          <p:cNvPr id="21" name="">
            <a:extLst xmlns:a="http://schemas.openxmlformats.org/drawingml/2006/main">
              <a:ext uri="{FF2B5EF4-FFF2-40B4-BE49-F238E27FC236}">
                <a16:creationId xmlns:a16="http://schemas.microsoft.com/office/drawing/2014/main" id="{083706D1-103C-44CC-BC1E-8C31FF64E138}"/>
              </a:ext>
            </a:extLst>
          </p:cNvPr>
          <p:cNvSpPr>
            <a:spLocks xmlns:a="http://schemas.openxmlformats.org/drawingml/2006/main" noGrp="1"/>
          </p:cNvSpPr>
          <p:nvPr/>
        </p:nvSpPr>
        <p:spPr>
          <a:xfrm xmlns:a="http://schemas.openxmlformats.org/drawingml/2006/main">
            <a:off x="2857500" y="4695825"/>
            <a:ext cx="819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650" b="1">
                <a:solidFill>
                  <a:srgbClr val="17324D"/>
                </a:solidFill>
              </a:defRPr>
            </a:defPPr>
            <a:lvl1pPr algn="l">
              <a:defRPr sz="1650" b="1">
                <a:solidFill>
                  <a:srgbClr val="17324D"/>
                </a:solidFill>
              </a:defRPr>
            </a:lvl1pPr>
            <a:lvl2pPr algn="l">
              <a:defRPr sz="1650" b="1">
                <a:solidFill>
                  <a:srgbClr val="17324D"/>
                </a:solidFill>
              </a:defRPr>
            </a:lvl2pPr>
            <a:lvl3pPr algn="l">
              <a:defRPr sz="1650" b="1">
                <a:solidFill>
                  <a:srgbClr val="17324D"/>
                </a:solidFill>
              </a:defRPr>
            </a:lvl3pPr>
            <a:lvl4pPr algn="l">
              <a:defRPr sz="1650" b="1">
                <a:solidFill>
                  <a:srgbClr val="17324D"/>
                </a:solidFill>
              </a:defRPr>
            </a:lvl4pPr>
            <a:lvl5pPr algn="l">
              <a:defRPr sz="1650" b="1">
                <a:solidFill>
                  <a:srgbClr val="17324D"/>
                </a:solidFill>
              </a:defRPr>
            </a:lvl5pPr>
            <a:lvl6pPr algn="l">
              <a:defRPr sz="1650" b="1">
                <a:solidFill>
                  <a:srgbClr val="17324D"/>
                </a:solidFill>
              </a:defRPr>
            </a:lvl6pPr>
            <a:lvl7pPr algn="l">
              <a:defRPr sz="1650" b="1">
                <a:solidFill>
                  <a:srgbClr val="17324D"/>
                </a:solidFill>
              </a:defRPr>
            </a:lvl7pPr>
            <a:lvl8pPr algn="l">
              <a:defRPr sz="1650" b="1">
                <a:solidFill>
                  <a:srgbClr val="17324D"/>
                </a:solidFill>
              </a:defRPr>
            </a:lvl8pPr>
            <a:lvl9pPr algn="l">
              <a:defRPr sz="1650" b="1">
                <a:solidFill>
                  <a:srgbClr val="17324D"/>
                </a:solidFill>
              </a:defRPr>
            </a:lvl9pPr>
          </a:lstStyle>
          <a:p xmlns:a="http://schemas.openxmlformats.org/drawingml/2006/main">
            <a:pPr algn="l">
              <a:defRPr sz="1650" b="1">
                <a:solidFill>
                  <a:srgbClr val="17324D"/>
                </a:solidFill>
              </a:defRPr>
            </a:pPr>
            <a:r>
              <a:rPr sz="1650" b="1">
                <a:solidFill>
                  <a:srgbClr val="17324D"/>
                </a:solidFill>
              </a:rPr>
              <a:t>Unauthorized action • secret leakage • rollback threshold • missing audit events</a:t>
            </a:r>
          </a:p>
        </p:txBody>
      </p:sp>
      <p:sp>
        <p:nvSpPr>
          <p:cNvPr id="22" name="">
            <a:extLst xmlns:a="http://schemas.openxmlformats.org/drawingml/2006/main">
              <a:ext uri="{FF2B5EF4-FFF2-40B4-BE49-F238E27FC236}">
                <a16:creationId xmlns:a16="http://schemas.microsoft.com/office/drawing/2014/main" id="{780140EA-05B8-443A-B73E-985DE75D7235}"/>
              </a:ext>
            </a:extLst>
          </p:cNvPr>
          <p:cNvSpPr>
            <a:spLocks xmlns:a="http://schemas.openxmlformats.org/drawingml/2006/main" noGrp="1"/>
          </p:cNvSpPr>
          <p:nvPr/>
        </p:nvSpPr>
        <p:spPr>
          <a:xfrm xmlns:a="http://schemas.openxmlformats.org/drawingml/2006/main">
            <a:off x="781050" y="5610225"/>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38100" tIns="19050" rIns="38100" bIns="19050" anchor="ctr"/>
          <a:lstStyle xmlns:a="http://schemas.openxmlformats.org/drawingml/2006/main">
            <a:defPPr algn="l">
              <a:defRPr sz="1350" b="0">
                <a:solidFill>
                  <a:srgbClr val="516579"/>
                </a:solidFill>
              </a:defRPr>
            </a:defPPr>
            <a:lvl1pPr algn="l">
              <a:defRPr sz="1350" b="0">
                <a:solidFill>
                  <a:srgbClr val="516579"/>
                </a:solidFill>
              </a:defRPr>
            </a:lvl1pPr>
            <a:lvl2pPr algn="l">
              <a:defRPr sz="1350" b="0">
                <a:solidFill>
                  <a:srgbClr val="516579"/>
                </a:solidFill>
              </a:defRPr>
            </a:lvl2pPr>
            <a:lvl3pPr algn="l">
              <a:defRPr sz="1350" b="0">
                <a:solidFill>
                  <a:srgbClr val="516579"/>
                </a:solidFill>
              </a:defRPr>
            </a:lvl3pPr>
            <a:lvl4pPr algn="l">
              <a:defRPr sz="1350" b="0">
                <a:solidFill>
                  <a:srgbClr val="516579"/>
                </a:solidFill>
              </a:defRPr>
            </a:lvl4pPr>
            <a:lvl5pPr algn="l">
              <a:defRPr sz="1350" b="0">
                <a:solidFill>
                  <a:srgbClr val="516579"/>
                </a:solidFill>
              </a:defRPr>
            </a:lvl5pPr>
            <a:lvl6pPr algn="l">
              <a:defRPr sz="1350" b="0">
                <a:solidFill>
                  <a:srgbClr val="516579"/>
                </a:solidFill>
              </a:defRPr>
            </a:lvl6pPr>
            <a:lvl7pPr algn="l">
              <a:defRPr sz="1350" b="0">
                <a:solidFill>
                  <a:srgbClr val="516579"/>
                </a:solidFill>
              </a:defRPr>
            </a:lvl7pPr>
            <a:lvl8pPr algn="l">
              <a:defRPr sz="1350" b="0">
                <a:solidFill>
                  <a:srgbClr val="516579"/>
                </a:solidFill>
              </a:defRPr>
            </a:lvl8pPr>
            <a:lvl9pPr algn="l">
              <a:defRPr sz="1350" b="0">
                <a:solidFill>
                  <a:srgbClr val="516579"/>
                </a:solidFill>
              </a:defRPr>
            </a:lvl9pPr>
          </a:lstStyle>
          <a:p xmlns:a="http://schemas.openxmlformats.org/drawingml/2006/main">
            <a:pPr algn="l">
              <a:defRPr sz="1350" b="0">
                <a:solidFill>
                  <a:srgbClr val="516579"/>
                </a:solidFill>
              </a:defRPr>
            </a:pPr>
            <a:r>
              <a:rPr sz="1350" b="0">
                <a:solidFill>
                  <a:srgbClr val="516579"/>
                </a:solidFill>
              </a:rPr>
              <a:t>Framework anchors: NIST AI RMF • NIST CSF 2.0 • NIST SSDF • ISO/IEC 27001 and 42001</a:t>
            </a:r>
          </a:p>
        </p:txBody>
      </p:sp>
    </p:spTree>
    <p:extLst>
      <p:ext uri="{BB962C8B-B14F-4D97-AF65-F5344CB8AC3E}">
        <p14:creationId xmlns:p14="http://schemas.microsoft.com/office/powerpoint/2010/main" val="17473848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2026-10-27T14:39:15.4430000Z</dcterms:created>
  <dcterms:modified xsi:type="dcterms:W3CDTF">2026-10-27T14:39:15.4430000Z</dcterms:modified>
</coreProperties>
</file>